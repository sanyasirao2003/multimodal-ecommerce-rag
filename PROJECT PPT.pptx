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5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6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10.xml" ContentType="application/vnd.openxmlformats-officedocument.presentationml.notesSlide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0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6.svg"/><Relationship Id="rId1" Type="http://schemas.openxmlformats.org/officeDocument/2006/relationships/image" Target="../media/image17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4" Type="http://schemas.openxmlformats.org/officeDocument/2006/relationships/image" Target="../media/image24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image" Target="../media/image25.svg"/><Relationship Id="rId4" Type="http://schemas.openxmlformats.org/officeDocument/2006/relationships/image" Target="../media/image28.svg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svg"/><Relationship Id="rId1" Type="http://schemas.openxmlformats.org/officeDocument/2006/relationships/image" Target="../media/image35.svg"/><Relationship Id="rId4" Type="http://schemas.openxmlformats.org/officeDocument/2006/relationships/image" Target="../media/image38.svg"/></Relationships>
</file>

<file path=ppt/diagrams/_rels/data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14.svg"/><Relationship Id="rId1" Type="http://schemas.openxmlformats.org/officeDocument/2006/relationships/image" Target="../media/image39.svg"/><Relationship Id="rId5" Type="http://schemas.openxmlformats.org/officeDocument/2006/relationships/image" Target="../media/image19.svg"/><Relationship Id="rId4" Type="http://schemas.openxmlformats.org/officeDocument/2006/relationships/image" Target="../media/image4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6.svg"/><Relationship Id="rId1" Type="http://schemas.openxmlformats.org/officeDocument/2006/relationships/image" Target="../media/image17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4" Type="http://schemas.openxmlformats.org/officeDocument/2006/relationships/image" Target="../media/image24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image" Target="../media/image25.svg"/><Relationship Id="rId4" Type="http://schemas.openxmlformats.org/officeDocument/2006/relationships/image" Target="../media/image28.sv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svg"/><Relationship Id="rId1" Type="http://schemas.openxmlformats.org/officeDocument/2006/relationships/image" Target="../media/image35.svg"/><Relationship Id="rId4" Type="http://schemas.openxmlformats.org/officeDocument/2006/relationships/image" Target="../media/image38.svg"/></Relationships>
</file>

<file path=ppt/diagrams/_rels/drawing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14.svg"/><Relationship Id="rId1" Type="http://schemas.openxmlformats.org/officeDocument/2006/relationships/image" Target="../media/image39.svg"/><Relationship Id="rId5" Type="http://schemas.openxmlformats.org/officeDocument/2006/relationships/image" Target="../media/image19.svg"/><Relationship Id="rId4" Type="http://schemas.openxmlformats.org/officeDocument/2006/relationships/image" Target="../media/image4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F69DBB-5A58-499C-A1BE-F6C1594CE33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540880F-D322-49F1-8A30-E523A48745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E-commerce platforms contain a </a:t>
          </a:r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large and diverse collection of products</a:t>
          </a: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D6E338F-AAD5-49F6-B37F-5364A18F0EA3}" type="parTrans" cxnId="{39AC1EE6-2B03-457E-94F9-9B779BA7823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5C004CD-6DF5-4D2E-BC56-4C5DDA3CEAF7}" type="sibTrans" cxnId="{39AC1EE6-2B03-457E-94F9-9B779BA7823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7E16B94-DA6A-4A03-AA14-6EAAF34DBE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Users often face difficulty in finding relevant products quickly 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9D8134C-A319-4CA5-976A-CA2210FF8339}" type="parTrans" cxnId="{B0DA999E-1316-4EC2-AFF0-4C437C80D7F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850974E-96DC-4E66-BA53-19DD24448ED8}" type="sibTrans" cxnId="{B0DA999E-1316-4EC2-AFF0-4C437C80D7F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E7200C1-BA7A-4D8A-916B-495B264423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Traditional search systems rely mainly on </a:t>
          </a:r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keyword matching techniques</a:t>
          </a: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7020210-B5F4-4FF2-9513-3A7EA3B8D9AD}" type="parTrans" cxnId="{0E146777-9D60-42E8-B1C7-1ABB1D1F861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1E850BE-035A-434D-BA1D-1E92FE4AB90A}" type="sibTrans" cxnId="{0E146777-9D60-42E8-B1C7-1ABB1D1F861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CAAF3D6-9478-440C-9170-440BAA372E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These systems fail to understand the </a:t>
          </a:r>
          <a:r>
            <a:rPr lang="en-US" b="1" i="0" baseline="0">
              <a:latin typeface="Times New Roman" panose="02020603050405020304" pitchFamily="18" charset="0"/>
              <a:cs typeface="Times New Roman" panose="02020603050405020304" pitchFamily="18" charset="0"/>
            </a:rPr>
            <a:t>actual intent behind user queries</a:t>
          </a:r>
          <a:r>
            <a:rPr lang="en-US" b="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77F1147-9829-43B3-833F-2D7B37697F74}" type="parTrans" cxnId="{B40B7A63-B993-437D-A774-0996DC49A4F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8CC5780-6C59-49D6-B0D9-3A388A90477E}" type="sibTrans" cxnId="{B40B7A63-B993-437D-A774-0996DC49A4F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BBC7336-D0FF-4E65-84B9-012E9156DD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This leads to irrelevant results and poor user satisfaction 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8A81DE-9821-43E8-8CEE-F0A4B9F74A5E}" type="parTrans" cxnId="{77A89A4F-AE18-427E-A00F-EDA92255726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BDD743E-975E-4A90-938F-439E9512D183}" type="sibTrans" cxnId="{77A89A4F-AE18-427E-A00F-EDA92255726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53AA7EF-5DA4-4F8E-AC71-352BEB0555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AI-based systems provide </a:t>
          </a:r>
          <a:r>
            <a:rPr lang="en-US" b="1" i="0" baseline="0">
              <a:latin typeface="Times New Roman" panose="02020603050405020304" pitchFamily="18" charset="0"/>
              <a:cs typeface="Times New Roman" panose="02020603050405020304" pitchFamily="18" charset="0"/>
            </a:rPr>
            <a:t>semantic understanding and intelligent recommendations</a:t>
          </a:r>
          <a:r>
            <a:rPr lang="en-US" b="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C809709-BF35-4C46-9783-EEEAE4FF8CB3}" type="parTrans" cxnId="{B90A1C4C-509A-4DF1-8AED-72F32CBA105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F0437D0-E4AE-4368-91B5-A7DB052A0BDC}" type="sibTrans" cxnId="{B90A1C4C-509A-4DF1-8AED-72F32CBA105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AF9730C-A030-4107-85A6-DA9E44734649}" type="pres">
      <dgm:prSet presAssocID="{8AF69DBB-5A58-499C-A1BE-F6C1594CE33F}" presName="root" presStyleCnt="0">
        <dgm:presLayoutVars>
          <dgm:dir/>
          <dgm:resizeHandles val="exact"/>
        </dgm:presLayoutVars>
      </dgm:prSet>
      <dgm:spPr/>
    </dgm:pt>
    <dgm:pt modelId="{B69A3971-518E-4EFF-95AB-461C6205CFA2}" type="pres">
      <dgm:prSet presAssocID="{D540880F-D322-49F1-8A30-E523A48745DA}" presName="compNode" presStyleCnt="0"/>
      <dgm:spPr/>
    </dgm:pt>
    <dgm:pt modelId="{8BAA734F-B838-4422-9A3A-CA1EAB2FC112}" type="pres">
      <dgm:prSet presAssocID="{D540880F-D322-49F1-8A30-E523A48745DA}" presName="bgRect" presStyleLbl="bgShp" presStyleIdx="0" presStyleCnt="6"/>
      <dgm:spPr/>
    </dgm:pt>
    <dgm:pt modelId="{7D4DB7C8-FC38-4615-ADE4-5BE9B88F640E}" type="pres">
      <dgm:prSet presAssocID="{D540880F-D322-49F1-8A30-E523A48745DA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op"/>
        </a:ext>
      </dgm:extLst>
    </dgm:pt>
    <dgm:pt modelId="{C6C7594C-2562-4A78-9C7D-3CFFAC44419A}" type="pres">
      <dgm:prSet presAssocID="{D540880F-D322-49F1-8A30-E523A48745DA}" presName="spaceRect" presStyleCnt="0"/>
      <dgm:spPr/>
    </dgm:pt>
    <dgm:pt modelId="{83CC96B6-C8E1-4388-8417-79055DC0D5E6}" type="pres">
      <dgm:prSet presAssocID="{D540880F-D322-49F1-8A30-E523A48745DA}" presName="parTx" presStyleLbl="revTx" presStyleIdx="0" presStyleCnt="6">
        <dgm:presLayoutVars>
          <dgm:chMax val="0"/>
          <dgm:chPref val="0"/>
        </dgm:presLayoutVars>
      </dgm:prSet>
      <dgm:spPr/>
    </dgm:pt>
    <dgm:pt modelId="{A5D43321-420F-4D32-B53F-7F7ECE24589B}" type="pres">
      <dgm:prSet presAssocID="{C5C004CD-6DF5-4D2E-BC56-4C5DDA3CEAF7}" presName="sibTrans" presStyleCnt="0"/>
      <dgm:spPr/>
    </dgm:pt>
    <dgm:pt modelId="{D52E4315-7E33-4D79-868B-E817776B3A98}" type="pres">
      <dgm:prSet presAssocID="{27E16B94-DA6A-4A03-AA14-6EAAF34DBED7}" presName="compNode" presStyleCnt="0"/>
      <dgm:spPr/>
    </dgm:pt>
    <dgm:pt modelId="{825F70B7-BD0F-4576-BA21-789DB1031356}" type="pres">
      <dgm:prSet presAssocID="{27E16B94-DA6A-4A03-AA14-6EAAF34DBED7}" presName="bgRect" presStyleLbl="bgShp" presStyleIdx="1" presStyleCnt="6"/>
      <dgm:spPr/>
    </dgm:pt>
    <dgm:pt modelId="{1B5AEC42-6953-4278-B37D-7F1090B95164}" type="pres">
      <dgm:prSet presAssocID="{27E16B94-DA6A-4A03-AA14-6EAAF34DBED7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hishing"/>
        </a:ext>
      </dgm:extLst>
    </dgm:pt>
    <dgm:pt modelId="{89EB70D7-8341-4C00-9345-A517E7DB77CA}" type="pres">
      <dgm:prSet presAssocID="{27E16B94-DA6A-4A03-AA14-6EAAF34DBED7}" presName="spaceRect" presStyleCnt="0"/>
      <dgm:spPr/>
    </dgm:pt>
    <dgm:pt modelId="{F695C9DE-8C37-4CE7-B694-BF7FEE37DC09}" type="pres">
      <dgm:prSet presAssocID="{27E16B94-DA6A-4A03-AA14-6EAAF34DBED7}" presName="parTx" presStyleLbl="revTx" presStyleIdx="1" presStyleCnt="6">
        <dgm:presLayoutVars>
          <dgm:chMax val="0"/>
          <dgm:chPref val="0"/>
        </dgm:presLayoutVars>
      </dgm:prSet>
      <dgm:spPr/>
    </dgm:pt>
    <dgm:pt modelId="{E0113EBD-A872-4664-B64F-577A9BBC8F6F}" type="pres">
      <dgm:prSet presAssocID="{E850974E-96DC-4E66-BA53-19DD24448ED8}" presName="sibTrans" presStyleCnt="0"/>
      <dgm:spPr/>
    </dgm:pt>
    <dgm:pt modelId="{3014DF9A-B824-4C4A-A0F5-9BDB91ADF83D}" type="pres">
      <dgm:prSet presAssocID="{9E7200C1-BA7A-4D8A-916B-495B26442397}" presName="compNode" presStyleCnt="0"/>
      <dgm:spPr/>
    </dgm:pt>
    <dgm:pt modelId="{A8B25F96-C427-4313-8A32-20442228E6DB}" type="pres">
      <dgm:prSet presAssocID="{9E7200C1-BA7A-4D8A-916B-495B26442397}" presName="bgRect" presStyleLbl="bgShp" presStyleIdx="2" presStyleCnt="6"/>
      <dgm:spPr/>
    </dgm:pt>
    <dgm:pt modelId="{18896531-0B05-435A-8079-DB93E667E148}" type="pres">
      <dgm:prSet presAssocID="{9E7200C1-BA7A-4D8A-916B-495B26442397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arch"/>
        </a:ext>
      </dgm:extLst>
    </dgm:pt>
    <dgm:pt modelId="{7ABB2792-3691-46EB-A4DA-A25319ED2210}" type="pres">
      <dgm:prSet presAssocID="{9E7200C1-BA7A-4D8A-916B-495B26442397}" presName="spaceRect" presStyleCnt="0"/>
      <dgm:spPr/>
    </dgm:pt>
    <dgm:pt modelId="{409C3911-DE3E-4F0A-8607-75CB75DDF30E}" type="pres">
      <dgm:prSet presAssocID="{9E7200C1-BA7A-4D8A-916B-495B26442397}" presName="parTx" presStyleLbl="revTx" presStyleIdx="2" presStyleCnt="6">
        <dgm:presLayoutVars>
          <dgm:chMax val="0"/>
          <dgm:chPref val="0"/>
        </dgm:presLayoutVars>
      </dgm:prSet>
      <dgm:spPr/>
    </dgm:pt>
    <dgm:pt modelId="{1A344FA0-DCA0-4304-BB27-31020E50D42F}" type="pres">
      <dgm:prSet presAssocID="{61E850BE-035A-434D-BA1D-1E92FE4AB90A}" presName="sibTrans" presStyleCnt="0"/>
      <dgm:spPr/>
    </dgm:pt>
    <dgm:pt modelId="{55830334-C388-4CB1-BCA4-C570A1340DB5}" type="pres">
      <dgm:prSet presAssocID="{6CAAF3D6-9478-440C-9170-440BAA372EDB}" presName="compNode" presStyleCnt="0"/>
      <dgm:spPr/>
    </dgm:pt>
    <dgm:pt modelId="{868CDA3F-F60B-45B2-8C0C-AB04B5256235}" type="pres">
      <dgm:prSet presAssocID="{6CAAF3D6-9478-440C-9170-440BAA372EDB}" presName="bgRect" presStyleLbl="bgShp" presStyleIdx="3" presStyleCnt="6"/>
      <dgm:spPr/>
    </dgm:pt>
    <dgm:pt modelId="{A391C0CB-21FE-428E-909C-A304E46BA4A0}" type="pres">
      <dgm:prSet presAssocID="{6CAAF3D6-9478-440C-9170-440BAA372EDB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ED09240A-BD35-4CD1-948C-78392D578108}" type="pres">
      <dgm:prSet presAssocID="{6CAAF3D6-9478-440C-9170-440BAA372EDB}" presName="spaceRect" presStyleCnt="0"/>
      <dgm:spPr/>
    </dgm:pt>
    <dgm:pt modelId="{8C3AD5AD-7CB4-4B95-801A-2E49F94D658C}" type="pres">
      <dgm:prSet presAssocID="{6CAAF3D6-9478-440C-9170-440BAA372EDB}" presName="parTx" presStyleLbl="revTx" presStyleIdx="3" presStyleCnt="6">
        <dgm:presLayoutVars>
          <dgm:chMax val="0"/>
          <dgm:chPref val="0"/>
        </dgm:presLayoutVars>
      </dgm:prSet>
      <dgm:spPr/>
    </dgm:pt>
    <dgm:pt modelId="{11520EA3-03FF-4A8E-BC34-70AB486028EA}" type="pres">
      <dgm:prSet presAssocID="{08CC5780-6C59-49D6-B0D9-3A388A90477E}" presName="sibTrans" presStyleCnt="0"/>
      <dgm:spPr/>
    </dgm:pt>
    <dgm:pt modelId="{90D49662-52FF-40BD-8E85-A71470C724BB}" type="pres">
      <dgm:prSet presAssocID="{4BBC7336-D0FF-4E65-84B9-012E9156DDB7}" presName="compNode" presStyleCnt="0"/>
      <dgm:spPr/>
    </dgm:pt>
    <dgm:pt modelId="{9AF83769-3766-4F9C-9C5F-9907EBB800B5}" type="pres">
      <dgm:prSet presAssocID="{4BBC7336-D0FF-4E65-84B9-012E9156DDB7}" presName="bgRect" presStyleLbl="bgShp" presStyleIdx="4" presStyleCnt="6"/>
      <dgm:spPr/>
    </dgm:pt>
    <dgm:pt modelId="{5394DE25-94C0-4E0E-90E7-0E11A584557F}" type="pres">
      <dgm:prSet presAssocID="{4BBC7336-D0FF-4E65-84B9-012E9156DDB7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E46F7449-E453-4157-BD2E-8E8FE3B8AE07}" type="pres">
      <dgm:prSet presAssocID="{4BBC7336-D0FF-4E65-84B9-012E9156DDB7}" presName="spaceRect" presStyleCnt="0"/>
      <dgm:spPr/>
    </dgm:pt>
    <dgm:pt modelId="{6EA88E2C-AC3B-4124-8048-C893BA55AA91}" type="pres">
      <dgm:prSet presAssocID="{4BBC7336-D0FF-4E65-84B9-012E9156DDB7}" presName="parTx" presStyleLbl="revTx" presStyleIdx="4" presStyleCnt="6">
        <dgm:presLayoutVars>
          <dgm:chMax val="0"/>
          <dgm:chPref val="0"/>
        </dgm:presLayoutVars>
      </dgm:prSet>
      <dgm:spPr/>
    </dgm:pt>
    <dgm:pt modelId="{516B2A0E-D64D-4B4D-92B5-6423E990D821}" type="pres">
      <dgm:prSet presAssocID="{0BDD743E-975E-4A90-938F-439E9512D183}" presName="sibTrans" presStyleCnt="0"/>
      <dgm:spPr/>
    </dgm:pt>
    <dgm:pt modelId="{E441E929-FEB6-42E5-B029-801C129066AC}" type="pres">
      <dgm:prSet presAssocID="{E53AA7EF-5DA4-4F8E-AC71-352BEB055560}" presName="compNode" presStyleCnt="0"/>
      <dgm:spPr/>
    </dgm:pt>
    <dgm:pt modelId="{ABB30DF4-0C27-4C1C-A5FC-840B212ED2C7}" type="pres">
      <dgm:prSet presAssocID="{E53AA7EF-5DA4-4F8E-AC71-352BEB055560}" presName="bgRect" presStyleLbl="bgShp" presStyleIdx="5" presStyleCnt="6"/>
      <dgm:spPr/>
    </dgm:pt>
    <dgm:pt modelId="{BE12066E-C180-4BBA-916B-DB270184E2A2}" type="pres">
      <dgm:prSet presAssocID="{E53AA7EF-5DA4-4F8E-AC71-352BEB055560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ngerprint"/>
        </a:ext>
      </dgm:extLst>
    </dgm:pt>
    <dgm:pt modelId="{E29A2817-CC0E-4ACA-86CA-9FE1CA169E42}" type="pres">
      <dgm:prSet presAssocID="{E53AA7EF-5DA4-4F8E-AC71-352BEB055560}" presName="spaceRect" presStyleCnt="0"/>
      <dgm:spPr/>
    </dgm:pt>
    <dgm:pt modelId="{B1AC9E1E-A12F-4FCE-A39D-4E8E82FBE08F}" type="pres">
      <dgm:prSet presAssocID="{E53AA7EF-5DA4-4F8E-AC71-352BEB055560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8503523D-AD2C-4C12-909E-5D0FE2958904}" type="presOf" srcId="{9E7200C1-BA7A-4D8A-916B-495B26442397}" destId="{409C3911-DE3E-4F0A-8607-75CB75DDF30E}" srcOrd="0" destOrd="0" presId="urn:microsoft.com/office/officeart/2018/2/layout/IconVerticalSolidList"/>
    <dgm:cxn modelId="{C4CB145D-1365-4755-8A50-927EA11ED0ED}" type="presOf" srcId="{8AF69DBB-5A58-499C-A1BE-F6C1594CE33F}" destId="{EAF9730C-A030-4107-85A6-DA9E44734649}" srcOrd="0" destOrd="0" presId="urn:microsoft.com/office/officeart/2018/2/layout/IconVerticalSolidList"/>
    <dgm:cxn modelId="{B40B7A63-B993-437D-A774-0996DC49A4FA}" srcId="{8AF69DBB-5A58-499C-A1BE-F6C1594CE33F}" destId="{6CAAF3D6-9478-440C-9170-440BAA372EDB}" srcOrd="3" destOrd="0" parTransId="{977F1147-9829-43B3-833F-2D7B37697F74}" sibTransId="{08CC5780-6C59-49D6-B0D9-3A388A90477E}"/>
    <dgm:cxn modelId="{B90A1C4C-509A-4DF1-8AED-72F32CBA1053}" srcId="{8AF69DBB-5A58-499C-A1BE-F6C1594CE33F}" destId="{E53AA7EF-5DA4-4F8E-AC71-352BEB055560}" srcOrd="5" destOrd="0" parTransId="{4C809709-BF35-4C46-9783-EEEAE4FF8CB3}" sibTransId="{FF0437D0-E4AE-4368-91B5-A7DB052A0BDC}"/>
    <dgm:cxn modelId="{77A89A4F-AE18-427E-A00F-EDA922557264}" srcId="{8AF69DBB-5A58-499C-A1BE-F6C1594CE33F}" destId="{4BBC7336-D0FF-4E65-84B9-012E9156DDB7}" srcOrd="4" destOrd="0" parTransId="{188A81DE-9821-43E8-8CEE-F0A4B9F74A5E}" sibTransId="{0BDD743E-975E-4A90-938F-439E9512D183}"/>
    <dgm:cxn modelId="{C6CB3250-17F9-430A-8396-F4F8A51D2873}" type="presOf" srcId="{E53AA7EF-5DA4-4F8E-AC71-352BEB055560}" destId="{B1AC9E1E-A12F-4FCE-A39D-4E8E82FBE08F}" srcOrd="0" destOrd="0" presId="urn:microsoft.com/office/officeart/2018/2/layout/IconVerticalSolidList"/>
    <dgm:cxn modelId="{0E146777-9D60-42E8-B1C7-1ABB1D1F861A}" srcId="{8AF69DBB-5A58-499C-A1BE-F6C1594CE33F}" destId="{9E7200C1-BA7A-4D8A-916B-495B26442397}" srcOrd="2" destOrd="0" parTransId="{A7020210-B5F4-4FF2-9513-3A7EA3B8D9AD}" sibTransId="{61E850BE-035A-434D-BA1D-1E92FE4AB90A}"/>
    <dgm:cxn modelId="{47606296-9B46-4DC0-887C-DE91BB11BE8E}" type="presOf" srcId="{4BBC7336-D0FF-4E65-84B9-012E9156DDB7}" destId="{6EA88E2C-AC3B-4124-8048-C893BA55AA91}" srcOrd="0" destOrd="0" presId="urn:microsoft.com/office/officeart/2018/2/layout/IconVerticalSolidList"/>
    <dgm:cxn modelId="{B0DA999E-1316-4EC2-AFF0-4C437C80D7F5}" srcId="{8AF69DBB-5A58-499C-A1BE-F6C1594CE33F}" destId="{27E16B94-DA6A-4A03-AA14-6EAAF34DBED7}" srcOrd="1" destOrd="0" parTransId="{39D8134C-A319-4CA5-976A-CA2210FF8339}" sibTransId="{E850974E-96DC-4E66-BA53-19DD24448ED8}"/>
    <dgm:cxn modelId="{5C0A23C9-9A03-49B1-B4CC-4384A230960F}" type="presOf" srcId="{27E16B94-DA6A-4A03-AA14-6EAAF34DBED7}" destId="{F695C9DE-8C37-4CE7-B694-BF7FEE37DC09}" srcOrd="0" destOrd="0" presId="urn:microsoft.com/office/officeart/2018/2/layout/IconVerticalSolidList"/>
    <dgm:cxn modelId="{A790F5DD-F3C8-4206-AAC3-CF7776DE047D}" type="presOf" srcId="{6CAAF3D6-9478-440C-9170-440BAA372EDB}" destId="{8C3AD5AD-7CB4-4B95-801A-2E49F94D658C}" srcOrd="0" destOrd="0" presId="urn:microsoft.com/office/officeart/2018/2/layout/IconVerticalSolidList"/>
    <dgm:cxn modelId="{FB3F18E3-C5EE-425F-8177-9DC57E18F11E}" type="presOf" srcId="{D540880F-D322-49F1-8A30-E523A48745DA}" destId="{83CC96B6-C8E1-4388-8417-79055DC0D5E6}" srcOrd="0" destOrd="0" presId="urn:microsoft.com/office/officeart/2018/2/layout/IconVerticalSolidList"/>
    <dgm:cxn modelId="{39AC1EE6-2B03-457E-94F9-9B779BA78239}" srcId="{8AF69DBB-5A58-499C-A1BE-F6C1594CE33F}" destId="{D540880F-D322-49F1-8A30-E523A48745DA}" srcOrd="0" destOrd="0" parTransId="{1D6E338F-AAD5-49F6-B37F-5364A18F0EA3}" sibTransId="{C5C004CD-6DF5-4D2E-BC56-4C5DDA3CEAF7}"/>
    <dgm:cxn modelId="{36DA49FF-E66D-48F2-9619-9B636C1F1545}" type="presParOf" srcId="{EAF9730C-A030-4107-85A6-DA9E44734649}" destId="{B69A3971-518E-4EFF-95AB-461C6205CFA2}" srcOrd="0" destOrd="0" presId="urn:microsoft.com/office/officeart/2018/2/layout/IconVerticalSolidList"/>
    <dgm:cxn modelId="{6E87801D-2439-4CD6-AA47-A9D995E655F6}" type="presParOf" srcId="{B69A3971-518E-4EFF-95AB-461C6205CFA2}" destId="{8BAA734F-B838-4422-9A3A-CA1EAB2FC112}" srcOrd="0" destOrd="0" presId="urn:microsoft.com/office/officeart/2018/2/layout/IconVerticalSolidList"/>
    <dgm:cxn modelId="{672F82DD-C3E5-45EC-B622-F732C26A1EBB}" type="presParOf" srcId="{B69A3971-518E-4EFF-95AB-461C6205CFA2}" destId="{7D4DB7C8-FC38-4615-ADE4-5BE9B88F640E}" srcOrd="1" destOrd="0" presId="urn:microsoft.com/office/officeart/2018/2/layout/IconVerticalSolidList"/>
    <dgm:cxn modelId="{6FCF09EB-1E0C-43CA-B104-24181EDE1DD1}" type="presParOf" srcId="{B69A3971-518E-4EFF-95AB-461C6205CFA2}" destId="{C6C7594C-2562-4A78-9C7D-3CFFAC44419A}" srcOrd="2" destOrd="0" presId="urn:microsoft.com/office/officeart/2018/2/layout/IconVerticalSolidList"/>
    <dgm:cxn modelId="{101D94E7-6777-4099-82DC-70C4A328EA3C}" type="presParOf" srcId="{B69A3971-518E-4EFF-95AB-461C6205CFA2}" destId="{83CC96B6-C8E1-4388-8417-79055DC0D5E6}" srcOrd="3" destOrd="0" presId="urn:microsoft.com/office/officeart/2018/2/layout/IconVerticalSolidList"/>
    <dgm:cxn modelId="{90101669-9312-48B7-A252-ABFB203BD883}" type="presParOf" srcId="{EAF9730C-A030-4107-85A6-DA9E44734649}" destId="{A5D43321-420F-4D32-B53F-7F7ECE24589B}" srcOrd="1" destOrd="0" presId="urn:microsoft.com/office/officeart/2018/2/layout/IconVerticalSolidList"/>
    <dgm:cxn modelId="{7CF25E0D-43B1-4DD1-B5CF-76AF39DB3909}" type="presParOf" srcId="{EAF9730C-A030-4107-85A6-DA9E44734649}" destId="{D52E4315-7E33-4D79-868B-E817776B3A98}" srcOrd="2" destOrd="0" presId="urn:microsoft.com/office/officeart/2018/2/layout/IconVerticalSolidList"/>
    <dgm:cxn modelId="{1280DCE8-E1DA-48F3-91FD-D814B253FE7B}" type="presParOf" srcId="{D52E4315-7E33-4D79-868B-E817776B3A98}" destId="{825F70B7-BD0F-4576-BA21-789DB1031356}" srcOrd="0" destOrd="0" presId="urn:microsoft.com/office/officeart/2018/2/layout/IconVerticalSolidList"/>
    <dgm:cxn modelId="{4A91FA65-19A9-41D5-8D5C-EE562EFA4650}" type="presParOf" srcId="{D52E4315-7E33-4D79-868B-E817776B3A98}" destId="{1B5AEC42-6953-4278-B37D-7F1090B95164}" srcOrd="1" destOrd="0" presId="urn:microsoft.com/office/officeart/2018/2/layout/IconVerticalSolidList"/>
    <dgm:cxn modelId="{16598FBA-F27C-4031-8A33-F51FA621BB92}" type="presParOf" srcId="{D52E4315-7E33-4D79-868B-E817776B3A98}" destId="{89EB70D7-8341-4C00-9345-A517E7DB77CA}" srcOrd="2" destOrd="0" presId="urn:microsoft.com/office/officeart/2018/2/layout/IconVerticalSolidList"/>
    <dgm:cxn modelId="{FDFF73F2-7663-4EFB-9E20-1C4D4CF9118B}" type="presParOf" srcId="{D52E4315-7E33-4D79-868B-E817776B3A98}" destId="{F695C9DE-8C37-4CE7-B694-BF7FEE37DC09}" srcOrd="3" destOrd="0" presId="urn:microsoft.com/office/officeart/2018/2/layout/IconVerticalSolidList"/>
    <dgm:cxn modelId="{D09C0DA8-13F5-491E-BAFB-8BDA6C0D9223}" type="presParOf" srcId="{EAF9730C-A030-4107-85A6-DA9E44734649}" destId="{E0113EBD-A872-4664-B64F-577A9BBC8F6F}" srcOrd="3" destOrd="0" presId="urn:microsoft.com/office/officeart/2018/2/layout/IconVerticalSolidList"/>
    <dgm:cxn modelId="{410269C5-30E7-4250-9367-1FDD7E743323}" type="presParOf" srcId="{EAF9730C-A030-4107-85A6-DA9E44734649}" destId="{3014DF9A-B824-4C4A-A0F5-9BDB91ADF83D}" srcOrd="4" destOrd="0" presId="urn:microsoft.com/office/officeart/2018/2/layout/IconVerticalSolidList"/>
    <dgm:cxn modelId="{9FD979BB-8FCE-49A9-AEFA-F4F6CE54ED4E}" type="presParOf" srcId="{3014DF9A-B824-4C4A-A0F5-9BDB91ADF83D}" destId="{A8B25F96-C427-4313-8A32-20442228E6DB}" srcOrd="0" destOrd="0" presId="urn:microsoft.com/office/officeart/2018/2/layout/IconVerticalSolidList"/>
    <dgm:cxn modelId="{8CC8FB4C-BAA6-4767-A419-DB62C694B676}" type="presParOf" srcId="{3014DF9A-B824-4C4A-A0F5-9BDB91ADF83D}" destId="{18896531-0B05-435A-8079-DB93E667E148}" srcOrd="1" destOrd="0" presId="urn:microsoft.com/office/officeart/2018/2/layout/IconVerticalSolidList"/>
    <dgm:cxn modelId="{FC03C6AD-906E-4379-8F64-19FED13E3335}" type="presParOf" srcId="{3014DF9A-B824-4C4A-A0F5-9BDB91ADF83D}" destId="{7ABB2792-3691-46EB-A4DA-A25319ED2210}" srcOrd="2" destOrd="0" presId="urn:microsoft.com/office/officeart/2018/2/layout/IconVerticalSolidList"/>
    <dgm:cxn modelId="{B4F8D40B-9ECD-438A-98B0-BC9C6F95E833}" type="presParOf" srcId="{3014DF9A-B824-4C4A-A0F5-9BDB91ADF83D}" destId="{409C3911-DE3E-4F0A-8607-75CB75DDF30E}" srcOrd="3" destOrd="0" presId="urn:microsoft.com/office/officeart/2018/2/layout/IconVerticalSolidList"/>
    <dgm:cxn modelId="{B011ED32-2885-4CC9-AD71-5DFE34293310}" type="presParOf" srcId="{EAF9730C-A030-4107-85A6-DA9E44734649}" destId="{1A344FA0-DCA0-4304-BB27-31020E50D42F}" srcOrd="5" destOrd="0" presId="urn:microsoft.com/office/officeart/2018/2/layout/IconVerticalSolidList"/>
    <dgm:cxn modelId="{D102D9BF-995C-453A-9478-627719A475B0}" type="presParOf" srcId="{EAF9730C-A030-4107-85A6-DA9E44734649}" destId="{55830334-C388-4CB1-BCA4-C570A1340DB5}" srcOrd="6" destOrd="0" presId="urn:microsoft.com/office/officeart/2018/2/layout/IconVerticalSolidList"/>
    <dgm:cxn modelId="{B3DFDA23-2675-408C-919D-B40BBFBAEF59}" type="presParOf" srcId="{55830334-C388-4CB1-BCA4-C570A1340DB5}" destId="{868CDA3F-F60B-45B2-8C0C-AB04B5256235}" srcOrd="0" destOrd="0" presId="urn:microsoft.com/office/officeart/2018/2/layout/IconVerticalSolidList"/>
    <dgm:cxn modelId="{0BFF83B4-F210-4220-B4CD-63DA77AF5A09}" type="presParOf" srcId="{55830334-C388-4CB1-BCA4-C570A1340DB5}" destId="{A391C0CB-21FE-428E-909C-A304E46BA4A0}" srcOrd="1" destOrd="0" presId="urn:microsoft.com/office/officeart/2018/2/layout/IconVerticalSolidList"/>
    <dgm:cxn modelId="{A7CE5277-3E7F-4DF0-9081-388D84D7038A}" type="presParOf" srcId="{55830334-C388-4CB1-BCA4-C570A1340DB5}" destId="{ED09240A-BD35-4CD1-948C-78392D578108}" srcOrd="2" destOrd="0" presId="urn:microsoft.com/office/officeart/2018/2/layout/IconVerticalSolidList"/>
    <dgm:cxn modelId="{58366719-32B5-405E-9BA6-B12937CAAD22}" type="presParOf" srcId="{55830334-C388-4CB1-BCA4-C570A1340DB5}" destId="{8C3AD5AD-7CB4-4B95-801A-2E49F94D658C}" srcOrd="3" destOrd="0" presId="urn:microsoft.com/office/officeart/2018/2/layout/IconVerticalSolidList"/>
    <dgm:cxn modelId="{E770CEE8-8C2D-4EB5-8A63-3A81A784435E}" type="presParOf" srcId="{EAF9730C-A030-4107-85A6-DA9E44734649}" destId="{11520EA3-03FF-4A8E-BC34-70AB486028EA}" srcOrd="7" destOrd="0" presId="urn:microsoft.com/office/officeart/2018/2/layout/IconVerticalSolidList"/>
    <dgm:cxn modelId="{A1FCAFB7-849D-47BD-8970-AAC1B4EBA593}" type="presParOf" srcId="{EAF9730C-A030-4107-85A6-DA9E44734649}" destId="{90D49662-52FF-40BD-8E85-A71470C724BB}" srcOrd="8" destOrd="0" presId="urn:microsoft.com/office/officeart/2018/2/layout/IconVerticalSolidList"/>
    <dgm:cxn modelId="{AF211E25-FF09-41AD-98CA-77E5E6F5A8BA}" type="presParOf" srcId="{90D49662-52FF-40BD-8E85-A71470C724BB}" destId="{9AF83769-3766-4F9C-9C5F-9907EBB800B5}" srcOrd="0" destOrd="0" presId="urn:microsoft.com/office/officeart/2018/2/layout/IconVerticalSolidList"/>
    <dgm:cxn modelId="{A9AB0376-97CF-4176-BEB6-2A40F5835BB6}" type="presParOf" srcId="{90D49662-52FF-40BD-8E85-A71470C724BB}" destId="{5394DE25-94C0-4E0E-90E7-0E11A584557F}" srcOrd="1" destOrd="0" presId="urn:microsoft.com/office/officeart/2018/2/layout/IconVerticalSolidList"/>
    <dgm:cxn modelId="{467B7DA5-0A9D-4AB8-9AEA-1E80E43E4186}" type="presParOf" srcId="{90D49662-52FF-40BD-8E85-A71470C724BB}" destId="{E46F7449-E453-4157-BD2E-8E8FE3B8AE07}" srcOrd="2" destOrd="0" presId="urn:microsoft.com/office/officeart/2018/2/layout/IconVerticalSolidList"/>
    <dgm:cxn modelId="{D1F43DD1-E3EE-4A74-BD11-EA2508274A08}" type="presParOf" srcId="{90D49662-52FF-40BD-8E85-A71470C724BB}" destId="{6EA88E2C-AC3B-4124-8048-C893BA55AA91}" srcOrd="3" destOrd="0" presId="urn:microsoft.com/office/officeart/2018/2/layout/IconVerticalSolidList"/>
    <dgm:cxn modelId="{1BBF47F8-4C2E-4751-AD64-FB85E5E81DC6}" type="presParOf" srcId="{EAF9730C-A030-4107-85A6-DA9E44734649}" destId="{516B2A0E-D64D-4B4D-92B5-6423E990D821}" srcOrd="9" destOrd="0" presId="urn:microsoft.com/office/officeart/2018/2/layout/IconVerticalSolidList"/>
    <dgm:cxn modelId="{CC369056-693F-4EC4-A966-4E131467C6CD}" type="presParOf" srcId="{EAF9730C-A030-4107-85A6-DA9E44734649}" destId="{E441E929-FEB6-42E5-B029-801C129066AC}" srcOrd="10" destOrd="0" presId="urn:microsoft.com/office/officeart/2018/2/layout/IconVerticalSolidList"/>
    <dgm:cxn modelId="{BDDFFD35-189E-407A-B76D-F3ABCBF7B50F}" type="presParOf" srcId="{E441E929-FEB6-42E5-B029-801C129066AC}" destId="{ABB30DF4-0C27-4C1C-A5FC-840B212ED2C7}" srcOrd="0" destOrd="0" presId="urn:microsoft.com/office/officeart/2018/2/layout/IconVerticalSolidList"/>
    <dgm:cxn modelId="{843D5E6F-462B-4767-8AC0-3929A13939CD}" type="presParOf" srcId="{E441E929-FEB6-42E5-B029-801C129066AC}" destId="{BE12066E-C180-4BBA-916B-DB270184E2A2}" srcOrd="1" destOrd="0" presId="urn:microsoft.com/office/officeart/2018/2/layout/IconVerticalSolidList"/>
    <dgm:cxn modelId="{A984F231-1863-4559-9C15-3378BF9114E8}" type="presParOf" srcId="{E441E929-FEB6-42E5-B029-801C129066AC}" destId="{E29A2817-CC0E-4ACA-86CA-9FE1CA169E42}" srcOrd="2" destOrd="0" presId="urn:microsoft.com/office/officeart/2018/2/layout/IconVerticalSolidList"/>
    <dgm:cxn modelId="{B9EFB87D-EFAA-4E82-ABA2-6415E0539C0B}" type="presParOf" srcId="{E441E929-FEB6-42E5-B029-801C129066AC}" destId="{B1AC9E1E-A12F-4FCE-A39D-4E8E82FBE08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A7516CC-5EE3-4FB5-AE44-05A8A66C97A3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FB2BE26-237E-405D-9F77-0C9E45E3B7B4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Develop semantic search using transformer-based embeddings.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466C3A3-F3AE-44F0-9316-DB7C7A910038}" type="parTrans" cxnId="{907022D3-7D23-4FCD-9FCE-B18BDB1ED9F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DDC895E-6487-479C-A498-1CA5A04732B2}" type="sibTrans" cxnId="{907022D3-7D23-4FCD-9FCE-B18BDB1ED9F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AC804D7-1DC6-4765-9DDB-245EFA82180E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Implement image-based retrieval using deep learning (</a:t>
          </a:r>
          <a:r>
            <a:rPr lang="en-IN" dirty="0" err="1">
              <a:latin typeface="Times New Roman" panose="02020603050405020304" pitchFamily="18" charset="0"/>
              <a:cs typeface="Times New Roman" panose="02020603050405020304" pitchFamily="18" charset="0"/>
            </a:rPr>
            <a:t>OpenCLIP</a:t>
          </a: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).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4DC388A-3DBB-4CC9-BD3D-B6B13A01FE0B}" type="parTrans" cxnId="{0CD86695-9EE7-497E-8935-EE2DFFCAFEF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28F9AA3-559A-4266-8DAA-AD7ACBEC4134}" type="sibTrans" cxnId="{0CD86695-9EE7-497E-8935-EE2DFFCAFEF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1EAB84-F334-44FB-97EF-5AC6B508ED1C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Design a hybrid ranking mechanism (Text + Visual).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9CB0A8B-2865-4D6F-BC68-B81D65BC3E53}" type="parTrans" cxnId="{926D3B5C-9765-4257-B0B6-C675784427D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B6913E7-A38B-4862-ABF0-29EBFC2B052C}" type="sibTrans" cxnId="{926D3B5C-9765-4257-B0B6-C675784427D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7188380-528F-4958-80D7-E1F0841CC937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Utilize FAISS for efficient vector similarity search.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F31706-D833-476B-AF88-035E94B15106}" type="parTrans" cxnId="{2883F0EB-9E12-4EEE-93F9-E1A68BBD09B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BB9C126-52AF-47A0-A414-928F907EAAA7}" type="sibTrans" cxnId="{2883F0EB-9E12-4EEE-93F9-E1A68BBD09B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CA1F79D-812F-4E12-AEAE-2367556E6A7D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Integrate an LLM (Phi-3) for explainable recommendations.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4993D7C-E69B-47F3-A41C-69B915AB90BA}" type="parTrans" cxnId="{AA70967E-9AF7-42E7-AC63-CAC7DA80FB4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EFAD374-B67A-4D0B-BA20-C74E56B18984}" type="sibTrans" cxnId="{AA70967E-9AF7-42E7-AC63-CAC7DA80FB4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85CF6EE-0ACE-4B92-96FF-68A7AAA8EBC8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Support multilingual and voice-based queries.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F8F4696-8612-4B2F-9578-0CCFF0324766}" type="parTrans" cxnId="{E22E0C67-55C7-4D33-8243-5AA2A7C2ED7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44742C6-CD31-4471-8C9F-8171955AA434}" type="sibTrans" cxnId="{E22E0C67-55C7-4D33-8243-5AA2A7C2ED7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3DDD39-1A17-45EB-BF5B-C9067A9CCCDE}" type="pres">
      <dgm:prSet presAssocID="{5A7516CC-5EE3-4FB5-AE44-05A8A66C97A3}" presName="Name0" presStyleCnt="0">
        <dgm:presLayoutVars>
          <dgm:dir/>
          <dgm:resizeHandles val="exact"/>
        </dgm:presLayoutVars>
      </dgm:prSet>
      <dgm:spPr/>
    </dgm:pt>
    <dgm:pt modelId="{BFAE311B-ED04-4237-A264-03CF2BCBD77F}" type="pres">
      <dgm:prSet presAssocID="{2FB2BE26-237E-405D-9F77-0C9E45E3B7B4}" presName="node" presStyleLbl="node1" presStyleIdx="0" presStyleCnt="6">
        <dgm:presLayoutVars>
          <dgm:bulletEnabled val="1"/>
        </dgm:presLayoutVars>
      </dgm:prSet>
      <dgm:spPr/>
    </dgm:pt>
    <dgm:pt modelId="{CED1B1E9-BD7B-4F33-92F7-5FCEF0D450A7}" type="pres">
      <dgm:prSet presAssocID="{FDDC895E-6487-479C-A498-1CA5A04732B2}" presName="sibTrans" presStyleLbl="sibTrans1D1" presStyleIdx="0" presStyleCnt="5"/>
      <dgm:spPr/>
    </dgm:pt>
    <dgm:pt modelId="{0381A26F-50DE-4FFE-9946-781E1F909738}" type="pres">
      <dgm:prSet presAssocID="{FDDC895E-6487-479C-A498-1CA5A04732B2}" presName="connectorText" presStyleLbl="sibTrans1D1" presStyleIdx="0" presStyleCnt="5"/>
      <dgm:spPr/>
    </dgm:pt>
    <dgm:pt modelId="{79DBCD65-94F8-46ED-9AB9-90F1BC787EA0}" type="pres">
      <dgm:prSet presAssocID="{4AC804D7-1DC6-4765-9DDB-245EFA82180E}" presName="node" presStyleLbl="node1" presStyleIdx="1" presStyleCnt="6">
        <dgm:presLayoutVars>
          <dgm:bulletEnabled val="1"/>
        </dgm:presLayoutVars>
      </dgm:prSet>
      <dgm:spPr/>
    </dgm:pt>
    <dgm:pt modelId="{F03B2DB3-AF22-4512-99A1-29CFBD93ED78}" type="pres">
      <dgm:prSet presAssocID="{A28F9AA3-559A-4266-8DAA-AD7ACBEC4134}" presName="sibTrans" presStyleLbl="sibTrans1D1" presStyleIdx="1" presStyleCnt="5"/>
      <dgm:spPr/>
    </dgm:pt>
    <dgm:pt modelId="{AE752D89-676A-44A4-A1AD-D98844A08847}" type="pres">
      <dgm:prSet presAssocID="{A28F9AA3-559A-4266-8DAA-AD7ACBEC4134}" presName="connectorText" presStyleLbl="sibTrans1D1" presStyleIdx="1" presStyleCnt="5"/>
      <dgm:spPr/>
    </dgm:pt>
    <dgm:pt modelId="{686C7C7D-4DFE-4EBE-91C5-71035BB60C7A}" type="pres">
      <dgm:prSet presAssocID="{761EAB84-F334-44FB-97EF-5AC6B508ED1C}" presName="node" presStyleLbl="node1" presStyleIdx="2" presStyleCnt="6">
        <dgm:presLayoutVars>
          <dgm:bulletEnabled val="1"/>
        </dgm:presLayoutVars>
      </dgm:prSet>
      <dgm:spPr/>
    </dgm:pt>
    <dgm:pt modelId="{A532AAD8-B142-4E87-A80A-637D0D0474BD}" type="pres">
      <dgm:prSet presAssocID="{0B6913E7-A38B-4862-ABF0-29EBFC2B052C}" presName="sibTrans" presStyleLbl="sibTrans1D1" presStyleIdx="2" presStyleCnt="5"/>
      <dgm:spPr/>
    </dgm:pt>
    <dgm:pt modelId="{890E9D43-8B17-4BAD-971F-70967E10705A}" type="pres">
      <dgm:prSet presAssocID="{0B6913E7-A38B-4862-ABF0-29EBFC2B052C}" presName="connectorText" presStyleLbl="sibTrans1D1" presStyleIdx="2" presStyleCnt="5"/>
      <dgm:spPr/>
    </dgm:pt>
    <dgm:pt modelId="{A9374039-DC8C-4F4B-AFC5-14D30C549967}" type="pres">
      <dgm:prSet presAssocID="{37188380-528F-4958-80D7-E1F0841CC937}" presName="node" presStyleLbl="node1" presStyleIdx="3" presStyleCnt="6">
        <dgm:presLayoutVars>
          <dgm:bulletEnabled val="1"/>
        </dgm:presLayoutVars>
      </dgm:prSet>
      <dgm:spPr/>
    </dgm:pt>
    <dgm:pt modelId="{8ED43C2F-21D3-4959-880E-AD73F2E3C32C}" type="pres">
      <dgm:prSet presAssocID="{1BB9C126-52AF-47A0-A414-928F907EAAA7}" presName="sibTrans" presStyleLbl="sibTrans1D1" presStyleIdx="3" presStyleCnt="5"/>
      <dgm:spPr/>
    </dgm:pt>
    <dgm:pt modelId="{EE43AA98-9373-4CE7-983E-BE0B535383CD}" type="pres">
      <dgm:prSet presAssocID="{1BB9C126-52AF-47A0-A414-928F907EAAA7}" presName="connectorText" presStyleLbl="sibTrans1D1" presStyleIdx="3" presStyleCnt="5"/>
      <dgm:spPr/>
    </dgm:pt>
    <dgm:pt modelId="{FCF3F412-35FB-4D42-A968-7CF658EFC992}" type="pres">
      <dgm:prSet presAssocID="{3CA1F79D-812F-4E12-AEAE-2367556E6A7D}" presName="node" presStyleLbl="node1" presStyleIdx="4" presStyleCnt="6">
        <dgm:presLayoutVars>
          <dgm:bulletEnabled val="1"/>
        </dgm:presLayoutVars>
      </dgm:prSet>
      <dgm:spPr/>
    </dgm:pt>
    <dgm:pt modelId="{ADE8B01F-1551-410A-89D3-8D34CD4BCBF0}" type="pres">
      <dgm:prSet presAssocID="{8EFAD374-B67A-4D0B-BA20-C74E56B18984}" presName="sibTrans" presStyleLbl="sibTrans1D1" presStyleIdx="4" presStyleCnt="5"/>
      <dgm:spPr/>
    </dgm:pt>
    <dgm:pt modelId="{FF55420A-9906-4EDB-ACFE-FE6EA1238E89}" type="pres">
      <dgm:prSet presAssocID="{8EFAD374-B67A-4D0B-BA20-C74E56B18984}" presName="connectorText" presStyleLbl="sibTrans1D1" presStyleIdx="4" presStyleCnt="5"/>
      <dgm:spPr/>
    </dgm:pt>
    <dgm:pt modelId="{FFCFC005-0D85-404B-8E4C-C9836710CFCC}" type="pres">
      <dgm:prSet presAssocID="{785CF6EE-0ACE-4B92-96FF-68A7AAA8EBC8}" presName="node" presStyleLbl="node1" presStyleIdx="5" presStyleCnt="6">
        <dgm:presLayoutVars>
          <dgm:bulletEnabled val="1"/>
        </dgm:presLayoutVars>
      </dgm:prSet>
      <dgm:spPr/>
    </dgm:pt>
  </dgm:ptLst>
  <dgm:cxnLst>
    <dgm:cxn modelId="{F12F2004-89A3-4815-86E6-021D24DE6222}" type="presOf" srcId="{37188380-528F-4958-80D7-E1F0841CC937}" destId="{A9374039-DC8C-4F4B-AFC5-14D30C549967}" srcOrd="0" destOrd="0" presId="urn:microsoft.com/office/officeart/2016/7/layout/RepeatingBendingProcessNew"/>
    <dgm:cxn modelId="{910E9637-75CF-4EC6-97F5-EB4813C7EEE2}" type="presOf" srcId="{A28F9AA3-559A-4266-8DAA-AD7ACBEC4134}" destId="{F03B2DB3-AF22-4512-99A1-29CFBD93ED78}" srcOrd="0" destOrd="0" presId="urn:microsoft.com/office/officeart/2016/7/layout/RepeatingBendingProcessNew"/>
    <dgm:cxn modelId="{926D3B5C-9765-4257-B0B6-C675784427DA}" srcId="{5A7516CC-5EE3-4FB5-AE44-05A8A66C97A3}" destId="{761EAB84-F334-44FB-97EF-5AC6B508ED1C}" srcOrd="2" destOrd="0" parTransId="{29CB0A8B-2865-4D6F-BC68-B81D65BC3E53}" sibTransId="{0B6913E7-A38B-4862-ABF0-29EBFC2B052C}"/>
    <dgm:cxn modelId="{D18D1C5D-9F7C-4067-9EFF-84E509ECF471}" type="presOf" srcId="{0B6913E7-A38B-4862-ABF0-29EBFC2B052C}" destId="{A532AAD8-B142-4E87-A80A-637D0D0474BD}" srcOrd="0" destOrd="0" presId="urn:microsoft.com/office/officeart/2016/7/layout/RepeatingBendingProcessNew"/>
    <dgm:cxn modelId="{12BF5443-CBFA-4518-908C-2EDA8A64558E}" type="presOf" srcId="{785CF6EE-0ACE-4B92-96FF-68A7AAA8EBC8}" destId="{FFCFC005-0D85-404B-8E4C-C9836710CFCC}" srcOrd="0" destOrd="0" presId="urn:microsoft.com/office/officeart/2016/7/layout/RepeatingBendingProcessNew"/>
    <dgm:cxn modelId="{E22E0C67-55C7-4D33-8243-5AA2A7C2ED74}" srcId="{5A7516CC-5EE3-4FB5-AE44-05A8A66C97A3}" destId="{785CF6EE-0ACE-4B92-96FF-68A7AAA8EBC8}" srcOrd="5" destOrd="0" parTransId="{8F8F4696-8612-4B2F-9578-0CCFF0324766}" sibTransId="{044742C6-CD31-4471-8C9F-8171955AA434}"/>
    <dgm:cxn modelId="{53AF4A6B-0322-4D3B-93F3-8872C2FDDDD3}" type="presOf" srcId="{1BB9C126-52AF-47A0-A414-928F907EAAA7}" destId="{EE43AA98-9373-4CE7-983E-BE0B535383CD}" srcOrd="1" destOrd="0" presId="urn:microsoft.com/office/officeart/2016/7/layout/RepeatingBendingProcessNew"/>
    <dgm:cxn modelId="{AF4C514C-3323-4469-9DA6-A8D9B135BA2C}" type="presOf" srcId="{8EFAD374-B67A-4D0B-BA20-C74E56B18984}" destId="{FF55420A-9906-4EDB-ACFE-FE6EA1238E89}" srcOrd="1" destOrd="0" presId="urn:microsoft.com/office/officeart/2016/7/layout/RepeatingBendingProcessNew"/>
    <dgm:cxn modelId="{6294B551-785A-410C-81AC-B5787C29AD8E}" type="presOf" srcId="{4AC804D7-1DC6-4765-9DDB-245EFA82180E}" destId="{79DBCD65-94F8-46ED-9AB9-90F1BC787EA0}" srcOrd="0" destOrd="0" presId="urn:microsoft.com/office/officeart/2016/7/layout/RepeatingBendingProcessNew"/>
    <dgm:cxn modelId="{B72C3272-9209-41C5-989D-2905CA06D6B1}" type="presOf" srcId="{3CA1F79D-812F-4E12-AEAE-2367556E6A7D}" destId="{FCF3F412-35FB-4D42-A968-7CF658EFC992}" srcOrd="0" destOrd="0" presId="urn:microsoft.com/office/officeart/2016/7/layout/RepeatingBendingProcessNew"/>
    <dgm:cxn modelId="{2E9FB675-AAF2-4E6F-BBCB-8B9862CD8690}" type="presOf" srcId="{1BB9C126-52AF-47A0-A414-928F907EAAA7}" destId="{8ED43C2F-21D3-4959-880E-AD73F2E3C32C}" srcOrd="0" destOrd="0" presId="urn:microsoft.com/office/officeart/2016/7/layout/RepeatingBendingProcessNew"/>
    <dgm:cxn modelId="{EC374C59-0C7E-4EA9-B7F6-66497C2350F4}" type="presOf" srcId="{FDDC895E-6487-479C-A498-1CA5A04732B2}" destId="{0381A26F-50DE-4FFE-9946-781E1F909738}" srcOrd="1" destOrd="0" presId="urn:microsoft.com/office/officeart/2016/7/layout/RepeatingBendingProcessNew"/>
    <dgm:cxn modelId="{C72A7A7C-F049-43E9-9C3E-E17E49366C4C}" type="presOf" srcId="{2FB2BE26-237E-405D-9F77-0C9E45E3B7B4}" destId="{BFAE311B-ED04-4237-A264-03CF2BCBD77F}" srcOrd="0" destOrd="0" presId="urn:microsoft.com/office/officeart/2016/7/layout/RepeatingBendingProcessNew"/>
    <dgm:cxn modelId="{AA70967E-9AF7-42E7-AC63-CAC7DA80FB4F}" srcId="{5A7516CC-5EE3-4FB5-AE44-05A8A66C97A3}" destId="{3CA1F79D-812F-4E12-AEAE-2367556E6A7D}" srcOrd="4" destOrd="0" parTransId="{74993D7C-E69B-47F3-A41C-69B915AB90BA}" sibTransId="{8EFAD374-B67A-4D0B-BA20-C74E56B18984}"/>
    <dgm:cxn modelId="{FABD7D83-6167-4E60-AE63-0EBBF6B118FA}" type="presOf" srcId="{FDDC895E-6487-479C-A498-1CA5A04732B2}" destId="{CED1B1E9-BD7B-4F33-92F7-5FCEF0D450A7}" srcOrd="0" destOrd="0" presId="urn:microsoft.com/office/officeart/2016/7/layout/RepeatingBendingProcessNew"/>
    <dgm:cxn modelId="{0CD86695-9EE7-497E-8935-EE2DFFCAFEFF}" srcId="{5A7516CC-5EE3-4FB5-AE44-05A8A66C97A3}" destId="{4AC804D7-1DC6-4765-9DDB-245EFA82180E}" srcOrd="1" destOrd="0" parTransId="{24DC388A-3DBB-4CC9-BD3D-B6B13A01FE0B}" sibTransId="{A28F9AA3-559A-4266-8DAA-AD7ACBEC4134}"/>
    <dgm:cxn modelId="{AE97759D-59B2-4610-9485-0AC449DDBDA6}" type="presOf" srcId="{0B6913E7-A38B-4862-ABF0-29EBFC2B052C}" destId="{890E9D43-8B17-4BAD-971F-70967E10705A}" srcOrd="1" destOrd="0" presId="urn:microsoft.com/office/officeart/2016/7/layout/RepeatingBendingProcessNew"/>
    <dgm:cxn modelId="{F296B1B3-D708-4F6E-BF4E-39A378C80035}" type="presOf" srcId="{A28F9AA3-559A-4266-8DAA-AD7ACBEC4134}" destId="{AE752D89-676A-44A4-A1AD-D98844A08847}" srcOrd="1" destOrd="0" presId="urn:microsoft.com/office/officeart/2016/7/layout/RepeatingBendingProcessNew"/>
    <dgm:cxn modelId="{54F734B9-0BF9-4CC5-BF72-9B60583C18EB}" type="presOf" srcId="{8EFAD374-B67A-4D0B-BA20-C74E56B18984}" destId="{ADE8B01F-1551-410A-89D3-8D34CD4BCBF0}" srcOrd="0" destOrd="0" presId="urn:microsoft.com/office/officeart/2016/7/layout/RepeatingBendingProcessNew"/>
    <dgm:cxn modelId="{D61D60C3-D96E-4DD2-8A51-6BB49C46B939}" type="presOf" srcId="{761EAB84-F334-44FB-97EF-5AC6B508ED1C}" destId="{686C7C7D-4DFE-4EBE-91C5-71035BB60C7A}" srcOrd="0" destOrd="0" presId="urn:microsoft.com/office/officeart/2016/7/layout/RepeatingBendingProcessNew"/>
    <dgm:cxn modelId="{AB175ACF-8AB8-46BC-A666-6645816640C6}" type="presOf" srcId="{5A7516CC-5EE3-4FB5-AE44-05A8A66C97A3}" destId="{763DDD39-1A17-45EB-BF5B-C9067A9CCCDE}" srcOrd="0" destOrd="0" presId="urn:microsoft.com/office/officeart/2016/7/layout/RepeatingBendingProcessNew"/>
    <dgm:cxn modelId="{907022D3-7D23-4FCD-9FCE-B18BDB1ED9F8}" srcId="{5A7516CC-5EE3-4FB5-AE44-05A8A66C97A3}" destId="{2FB2BE26-237E-405D-9F77-0C9E45E3B7B4}" srcOrd="0" destOrd="0" parTransId="{9466C3A3-F3AE-44F0-9316-DB7C7A910038}" sibTransId="{FDDC895E-6487-479C-A498-1CA5A04732B2}"/>
    <dgm:cxn modelId="{2883F0EB-9E12-4EEE-93F9-E1A68BBD09B8}" srcId="{5A7516CC-5EE3-4FB5-AE44-05A8A66C97A3}" destId="{37188380-528F-4958-80D7-E1F0841CC937}" srcOrd="3" destOrd="0" parTransId="{76F31706-D833-476B-AF88-035E94B15106}" sibTransId="{1BB9C126-52AF-47A0-A414-928F907EAAA7}"/>
    <dgm:cxn modelId="{6AB8403D-107A-4DD1-894E-A0F198835A40}" type="presParOf" srcId="{763DDD39-1A17-45EB-BF5B-C9067A9CCCDE}" destId="{BFAE311B-ED04-4237-A264-03CF2BCBD77F}" srcOrd="0" destOrd="0" presId="urn:microsoft.com/office/officeart/2016/7/layout/RepeatingBendingProcessNew"/>
    <dgm:cxn modelId="{4D91FB10-CFEA-45D3-ACAB-32DAF551A4B7}" type="presParOf" srcId="{763DDD39-1A17-45EB-BF5B-C9067A9CCCDE}" destId="{CED1B1E9-BD7B-4F33-92F7-5FCEF0D450A7}" srcOrd="1" destOrd="0" presId="urn:microsoft.com/office/officeart/2016/7/layout/RepeatingBendingProcessNew"/>
    <dgm:cxn modelId="{988A89A7-F59D-4E7C-B8AF-945812C606B7}" type="presParOf" srcId="{CED1B1E9-BD7B-4F33-92F7-5FCEF0D450A7}" destId="{0381A26F-50DE-4FFE-9946-781E1F909738}" srcOrd="0" destOrd="0" presId="urn:microsoft.com/office/officeart/2016/7/layout/RepeatingBendingProcessNew"/>
    <dgm:cxn modelId="{7ED5B198-64F2-450B-A8E1-20DD00640549}" type="presParOf" srcId="{763DDD39-1A17-45EB-BF5B-C9067A9CCCDE}" destId="{79DBCD65-94F8-46ED-9AB9-90F1BC787EA0}" srcOrd="2" destOrd="0" presId="urn:microsoft.com/office/officeart/2016/7/layout/RepeatingBendingProcessNew"/>
    <dgm:cxn modelId="{7960D5DF-E45A-48BF-BC18-78454C0928E5}" type="presParOf" srcId="{763DDD39-1A17-45EB-BF5B-C9067A9CCCDE}" destId="{F03B2DB3-AF22-4512-99A1-29CFBD93ED78}" srcOrd="3" destOrd="0" presId="urn:microsoft.com/office/officeart/2016/7/layout/RepeatingBendingProcessNew"/>
    <dgm:cxn modelId="{FCB267FE-E266-4247-9559-03CD03F71D94}" type="presParOf" srcId="{F03B2DB3-AF22-4512-99A1-29CFBD93ED78}" destId="{AE752D89-676A-44A4-A1AD-D98844A08847}" srcOrd="0" destOrd="0" presId="urn:microsoft.com/office/officeart/2016/7/layout/RepeatingBendingProcessNew"/>
    <dgm:cxn modelId="{E791931E-58FC-4CAA-9660-C35738E8755D}" type="presParOf" srcId="{763DDD39-1A17-45EB-BF5B-C9067A9CCCDE}" destId="{686C7C7D-4DFE-4EBE-91C5-71035BB60C7A}" srcOrd="4" destOrd="0" presId="urn:microsoft.com/office/officeart/2016/7/layout/RepeatingBendingProcessNew"/>
    <dgm:cxn modelId="{EB33DD36-5159-4F4C-AC68-BE521FBD6565}" type="presParOf" srcId="{763DDD39-1A17-45EB-BF5B-C9067A9CCCDE}" destId="{A532AAD8-B142-4E87-A80A-637D0D0474BD}" srcOrd="5" destOrd="0" presId="urn:microsoft.com/office/officeart/2016/7/layout/RepeatingBendingProcessNew"/>
    <dgm:cxn modelId="{C599FDFB-632B-4B89-9C69-6434A2893C3F}" type="presParOf" srcId="{A532AAD8-B142-4E87-A80A-637D0D0474BD}" destId="{890E9D43-8B17-4BAD-971F-70967E10705A}" srcOrd="0" destOrd="0" presId="urn:microsoft.com/office/officeart/2016/7/layout/RepeatingBendingProcessNew"/>
    <dgm:cxn modelId="{899B6BE2-FB7E-49CE-A1ED-CA57E6084B54}" type="presParOf" srcId="{763DDD39-1A17-45EB-BF5B-C9067A9CCCDE}" destId="{A9374039-DC8C-4F4B-AFC5-14D30C549967}" srcOrd="6" destOrd="0" presId="urn:microsoft.com/office/officeart/2016/7/layout/RepeatingBendingProcessNew"/>
    <dgm:cxn modelId="{2BB735F1-2127-4C75-9153-CD5A6699022E}" type="presParOf" srcId="{763DDD39-1A17-45EB-BF5B-C9067A9CCCDE}" destId="{8ED43C2F-21D3-4959-880E-AD73F2E3C32C}" srcOrd="7" destOrd="0" presId="urn:microsoft.com/office/officeart/2016/7/layout/RepeatingBendingProcessNew"/>
    <dgm:cxn modelId="{714AD7F0-4CD8-4CBE-B340-752A340A7DF5}" type="presParOf" srcId="{8ED43C2F-21D3-4959-880E-AD73F2E3C32C}" destId="{EE43AA98-9373-4CE7-983E-BE0B535383CD}" srcOrd="0" destOrd="0" presId="urn:microsoft.com/office/officeart/2016/7/layout/RepeatingBendingProcessNew"/>
    <dgm:cxn modelId="{5B59A3E6-7D56-402C-BA09-9B8E410E578E}" type="presParOf" srcId="{763DDD39-1A17-45EB-BF5B-C9067A9CCCDE}" destId="{FCF3F412-35FB-4D42-A968-7CF658EFC992}" srcOrd="8" destOrd="0" presId="urn:microsoft.com/office/officeart/2016/7/layout/RepeatingBendingProcessNew"/>
    <dgm:cxn modelId="{96723827-EA11-4A0D-B3A0-738D26D58DE7}" type="presParOf" srcId="{763DDD39-1A17-45EB-BF5B-C9067A9CCCDE}" destId="{ADE8B01F-1551-410A-89D3-8D34CD4BCBF0}" srcOrd="9" destOrd="0" presId="urn:microsoft.com/office/officeart/2016/7/layout/RepeatingBendingProcessNew"/>
    <dgm:cxn modelId="{E8608D93-B3BA-49E3-BA95-FD5035892CFF}" type="presParOf" srcId="{ADE8B01F-1551-410A-89D3-8D34CD4BCBF0}" destId="{FF55420A-9906-4EDB-ACFE-FE6EA1238E89}" srcOrd="0" destOrd="0" presId="urn:microsoft.com/office/officeart/2016/7/layout/RepeatingBendingProcessNew"/>
    <dgm:cxn modelId="{665D67B3-A0A1-4092-B7C4-D1FA57E80D34}" type="presParOf" srcId="{763DDD39-1A17-45EB-BF5B-C9067A9CCCDE}" destId="{FFCFC005-0D85-404B-8E4C-C9836710CFCC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19EEBCC-AA35-4709-BFB3-D532B6D8503E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4D74032-F889-43D9-985B-1EB03C670F25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Included: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86A4E49-9058-42FD-9650-4BF637B41377}" type="parTrans" cxnId="{5D4AB478-8C05-4E9A-8CF4-755E91E6F1EC}">
      <dgm:prSet/>
      <dgm:spPr/>
      <dgm:t>
        <a:bodyPr/>
        <a:lstStyle/>
        <a:p>
          <a:endParaRPr lang="en-US"/>
        </a:p>
      </dgm:t>
    </dgm:pt>
    <dgm:pt modelId="{8DBCFE9B-A68F-4B23-A3C0-82907004BD1F}" type="sibTrans" cxnId="{5D4AB478-8C05-4E9A-8CF4-755E91E6F1EC}">
      <dgm:prSet/>
      <dgm:spPr/>
      <dgm:t>
        <a:bodyPr/>
        <a:lstStyle/>
        <a:p>
          <a:endParaRPr lang="en-US"/>
        </a:p>
      </dgm:t>
    </dgm:pt>
    <dgm:pt modelId="{44DA051F-EE75-46E0-A6D6-9EF2390E5774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Processing structured product data.</a:t>
          </a:r>
        </a:p>
      </dgm:t>
    </dgm:pt>
    <dgm:pt modelId="{857FF192-DCC4-440A-A27A-DA91294714D1}" type="parTrans" cxnId="{4FCFCA7A-EF25-4E2F-83BE-7F7BB54438ED}">
      <dgm:prSet/>
      <dgm:spPr/>
      <dgm:t>
        <a:bodyPr/>
        <a:lstStyle/>
        <a:p>
          <a:endParaRPr lang="en-US"/>
        </a:p>
      </dgm:t>
    </dgm:pt>
    <dgm:pt modelId="{9ACD1CCD-F5AF-4EE5-9D82-E9102CEDE637}" type="sibTrans" cxnId="{4FCFCA7A-EF25-4E2F-83BE-7F7BB54438ED}">
      <dgm:prSet/>
      <dgm:spPr/>
      <dgm:t>
        <a:bodyPr/>
        <a:lstStyle/>
        <a:p>
          <a:endParaRPr lang="en-US"/>
        </a:p>
      </dgm:t>
    </dgm:pt>
    <dgm:pt modelId="{676948C8-9F82-4F75-ABBD-291E5255CF61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Generating embeddings for text and images.</a:t>
          </a:r>
        </a:p>
      </dgm:t>
    </dgm:pt>
    <dgm:pt modelId="{0670FABE-48F7-4856-B9FF-C52C8AF914D8}" type="parTrans" cxnId="{7F8694F0-C01F-47B2-B450-62C9152DFDC1}">
      <dgm:prSet/>
      <dgm:spPr/>
      <dgm:t>
        <a:bodyPr/>
        <a:lstStyle/>
        <a:p>
          <a:endParaRPr lang="en-US"/>
        </a:p>
      </dgm:t>
    </dgm:pt>
    <dgm:pt modelId="{CC39F76D-C473-450F-A0E0-D4F0BC92D29E}" type="sibTrans" cxnId="{7F8694F0-C01F-47B2-B450-62C9152DFDC1}">
      <dgm:prSet/>
      <dgm:spPr/>
      <dgm:t>
        <a:bodyPr/>
        <a:lstStyle/>
        <a:p>
          <a:endParaRPr lang="en-US"/>
        </a:p>
      </dgm:t>
    </dgm:pt>
    <dgm:pt modelId="{B16443BD-896C-4C4F-94E2-B231F8455610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Vector-based similarity search using FAISS.</a:t>
          </a:r>
        </a:p>
      </dgm:t>
    </dgm:pt>
    <dgm:pt modelId="{C364EB2E-3379-4EFB-B3B9-EB6E67FC049B}" type="parTrans" cxnId="{995B0570-2819-4DB4-A05A-449D60942342}">
      <dgm:prSet/>
      <dgm:spPr/>
      <dgm:t>
        <a:bodyPr/>
        <a:lstStyle/>
        <a:p>
          <a:endParaRPr lang="en-US"/>
        </a:p>
      </dgm:t>
    </dgm:pt>
    <dgm:pt modelId="{A5E270CC-FF6B-4ACF-9834-5C952125C231}" type="sibTrans" cxnId="{995B0570-2819-4DB4-A05A-449D60942342}">
      <dgm:prSet/>
      <dgm:spPr/>
      <dgm:t>
        <a:bodyPr/>
        <a:lstStyle/>
        <a:p>
          <a:endParaRPr lang="en-US"/>
        </a:p>
      </dgm:t>
    </dgm:pt>
    <dgm:pt modelId="{14D0F980-9906-447A-A21F-316D2F229CCC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Hybrid ranking &amp; LLM explanation generation.</a:t>
          </a:r>
        </a:p>
      </dgm:t>
    </dgm:pt>
    <dgm:pt modelId="{D751CBA0-D25A-42D6-86CE-F09F80B3836E}" type="parTrans" cxnId="{81463A3F-CA2B-426A-BBCE-D0604529AD1D}">
      <dgm:prSet/>
      <dgm:spPr/>
      <dgm:t>
        <a:bodyPr/>
        <a:lstStyle/>
        <a:p>
          <a:endParaRPr lang="en-US"/>
        </a:p>
      </dgm:t>
    </dgm:pt>
    <dgm:pt modelId="{5093C91C-56E0-48BA-9800-DE18557E9AD6}" type="sibTrans" cxnId="{81463A3F-CA2B-426A-BBCE-D0604529AD1D}">
      <dgm:prSet/>
      <dgm:spPr/>
      <dgm:t>
        <a:bodyPr/>
        <a:lstStyle/>
        <a:p>
          <a:endParaRPr lang="en-US"/>
        </a:p>
      </dgm:t>
    </dgm:pt>
    <dgm:pt modelId="{742EC1A3-083E-45B3-B06A-1CEFB973CAF3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Responsive web-based UI with chatbot.</a:t>
          </a:r>
        </a:p>
      </dgm:t>
    </dgm:pt>
    <dgm:pt modelId="{B7134E6D-BB36-40A2-A4AE-02E89220D30B}" type="parTrans" cxnId="{F68D1B49-F316-4C4E-B2FF-5D5D6F377826}">
      <dgm:prSet/>
      <dgm:spPr/>
      <dgm:t>
        <a:bodyPr/>
        <a:lstStyle/>
        <a:p>
          <a:endParaRPr lang="en-US"/>
        </a:p>
      </dgm:t>
    </dgm:pt>
    <dgm:pt modelId="{A7395A52-4F8E-44A6-AA74-266A6E42B3F9}" type="sibTrans" cxnId="{F68D1B49-F316-4C4E-B2FF-5D5D6F377826}">
      <dgm:prSet/>
      <dgm:spPr/>
      <dgm:t>
        <a:bodyPr/>
        <a:lstStyle/>
        <a:p>
          <a:endParaRPr lang="en-US"/>
        </a:p>
      </dgm:t>
    </dgm:pt>
    <dgm:pt modelId="{0184477B-39E9-43A7-9219-838482FC45C2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Boundary: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 Designed for scalability but tested on a moderate-sized dataset.</a:t>
          </a:r>
        </a:p>
      </dgm:t>
    </dgm:pt>
    <dgm:pt modelId="{5AB5415F-0CDE-41FA-83E3-6ABE3F09B16A}" type="parTrans" cxnId="{2BF5A001-886E-4AB7-BB6A-760C502E7415}">
      <dgm:prSet/>
      <dgm:spPr/>
      <dgm:t>
        <a:bodyPr/>
        <a:lstStyle/>
        <a:p>
          <a:endParaRPr lang="en-US"/>
        </a:p>
      </dgm:t>
    </dgm:pt>
    <dgm:pt modelId="{F7B8B2B3-911F-40A2-9BF9-161703B0C819}" type="sibTrans" cxnId="{2BF5A001-886E-4AB7-BB6A-760C502E7415}">
      <dgm:prSet/>
      <dgm:spPr/>
      <dgm:t>
        <a:bodyPr/>
        <a:lstStyle/>
        <a:p>
          <a:endParaRPr lang="en-US"/>
        </a:p>
      </dgm:t>
    </dgm:pt>
    <dgm:pt modelId="{213F1A91-3DA6-464F-9F0A-5A12F8FE9AAB}" type="pres">
      <dgm:prSet presAssocID="{719EEBCC-AA35-4709-BFB3-D532B6D8503E}" presName="Name0" presStyleCnt="0">
        <dgm:presLayoutVars>
          <dgm:dir/>
          <dgm:animLvl val="lvl"/>
          <dgm:resizeHandles val="exact"/>
        </dgm:presLayoutVars>
      </dgm:prSet>
      <dgm:spPr/>
    </dgm:pt>
    <dgm:pt modelId="{E43493DE-701C-4B78-8273-53A9831E151D}" type="pres">
      <dgm:prSet presAssocID="{0184477B-39E9-43A7-9219-838482FC45C2}" presName="boxAndChildren" presStyleCnt="0"/>
      <dgm:spPr/>
    </dgm:pt>
    <dgm:pt modelId="{4FE719A4-2168-4ACD-8E2D-8150817EE6EF}" type="pres">
      <dgm:prSet presAssocID="{0184477B-39E9-43A7-9219-838482FC45C2}" presName="parentTextBox" presStyleLbl="node1" presStyleIdx="0" presStyleCnt="2"/>
      <dgm:spPr/>
    </dgm:pt>
    <dgm:pt modelId="{1758AF56-68D9-4823-AB08-6435722BA71D}" type="pres">
      <dgm:prSet presAssocID="{8DBCFE9B-A68F-4B23-A3C0-82907004BD1F}" presName="sp" presStyleCnt="0"/>
      <dgm:spPr/>
    </dgm:pt>
    <dgm:pt modelId="{BAC61775-4C86-498D-8DC2-14DA1967F4E4}" type="pres">
      <dgm:prSet presAssocID="{24D74032-F889-43D9-985B-1EB03C670F25}" presName="arrowAndChildren" presStyleCnt="0"/>
      <dgm:spPr/>
    </dgm:pt>
    <dgm:pt modelId="{1BCD4652-B96F-4F9F-8E37-5E69981D0641}" type="pres">
      <dgm:prSet presAssocID="{24D74032-F889-43D9-985B-1EB03C670F25}" presName="parentTextArrow" presStyleLbl="node1" presStyleIdx="0" presStyleCnt="2"/>
      <dgm:spPr/>
    </dgm:pt>
    <dgm:pt modelId="{71E2F042-3CCD-4B12-8B93-8577EB9F7DF6}" type="pres">
      <dgm:prSet presAssocID="{24D74032-F889-43D9-985B-1EB03C670F25}" presName="arrow" presStyleLbl="node1" presStyleIdx="1" presStyleCnt="2"/>
      <dgm:spPr/>
    </dgm:pt>
    <dgm:pt modelId="{E0ADDF93-6F86-4CDB-8272-FAA6409AF9F4}" type="pres">
      <dgm:prSet presAssocID="{24D74032-F889-43D9-985B-1EB03C670F25}" presName="descendantArrow" presStyleCnt="0"/>
      <dgm:spPr/>
    </dgm:pt>
    <dgm:pt modelId="{6F708ECD-4A7B-43C1-A47B-153E891971A9}" type="pres">
      <dgm:prSet presAssocID="{44DA051F-EE75-46E0-A6D6-9EF2390E5774}" presName="childTextArrow" presStyleLbl="fgAccFollowNode1" presStyleIdx="0" presStyleCnt="5">
        <dgm:presLayoutVars>
          <dgm:bulletEnabled val="1"/>
        </dgm:presLayoutVars>
      </dgm:prSet>
      <dgm:spPr/>
    </dgm:pt>
    <dgm:pt modelId="{EF0F001C-DAAE-4DDF-805F-D431D73226D8}" type="pres">
      <dgm:prSet presAssocID="{676948C8-9F82-4F75-ABBD-291E5255CF61}" presName="childTextArrow" presStyleLbl="fgAccFollowNode1" presStyleIdx="1" presStyleCnt="5">
        <dgm:presLayoutVars>
          <dgm:bulletEnabled val="1"/>
        </dgm:presLayoutVars>
      </dgm:prSet>
      <dgm:spPr/>
    </dgm:pt>
    <dgm:pt modelId="{90505391-3992-4A0C-A6EC-3DBF1C7D4233}" type="pres">
      <dgm:prSet presAssocID="{B16443BD-896C-4C4F-94E2-B231F8455610}" presName="childTextArrow" presStyleLbl="fgAccFollowNode1" presStyleIdx="2" presStyleCnt="5">
        <dgm:presLayoutVars>
          <dgm:bulletEnabled val="1"/>
        </dgm:presLayoutVars>
      </dgm:prSet>
      <dgm:spPr/>
    </dgm:pt>
    <dgm:pt modelId="{0824696F-7577-4E85-9544-6E8797982BA5}" type="pres">
      <dgm:prSet presAssocID="{14D0F980-9906-447A-A21F-316D2F229CCC}" presName="childTextArrow" presStyleLbl="fgAccFollowNode1" presStyleIdx="3" presStyleCnt="5">
        <dgm:presLayoutVars>
          <dgm:bulletEnabled val="1"/>
        </dgm:presLayoutVars>
      </dgm:prSet>
      <dgm:spPr/>
    </dgm:pt>
    <dgm:pt modelId="{EFF68A4A-2FC4-49BF-B7F1-6354A550EEFB}" type="pres">
      <dgm:prSet presAssocID="{742EC1A3-083E-45B3-B06A-1CEFB973CAF3}" presName="childTextArrow" presStyleLbl="fgAccFollowNode1" presStyleIdx="4" presStyleCnt="5">
        <dgm:presLayoutVars>
          <dgm:bulletEnabled val="1"/>
        </dgm:presLayoutVars>
      </dgm:prSet>
      <dgm:spPr/>
    </dgm:pt>
  </dgm:ptLst>
  <dgm:cxnLst>
    <dgm:cxn modelId="{2BF5A001-886E-4AB7-BB6A-760C502E7415}" srcId="{719EEBCC-AA35-4709-BFB3-D532B6D8503E}" destId="{0184477B-39E9-43A7-9219-838482FC45C2}" srcOrd="1" destOrd="0" parTransId="{5AB5415F-0CDE-41FA-83E3-6ABE3F09B16A}" sibTransId="{F7B8B2B3-911F-40A2-9BF9-161703B0C819}"/>
    <dgm:cxn modelId="{98CAE516-B375-4B87-9B71-ACD0B0CAE47E}" type="presOf" srcId="{719EEBCC-AA35-4709-BFB3-D532B6D8503E}" destId="{213F1A91-3DA6-464F-9F0A-5A12F8FE9AAB}" srcOrd="0" destOrd="0" presId="urn:microsoft.com/office/officeart/2005/8/layout/process4"/>
    <dgm:cxn modelId="{81463A3F-CA2B-426A-BBCE-D0604529AD1D}" srcId="{24D74032-F889-43D9-985B-1EB03C670F25}" destId="{14D0F980-9906-447A-A21F-316D2F229CCC}" srcOrd="3" destOrd="0" parTransId="{D751CBA0-D25A-42D6-86CE-F09F80B3836E}" sibTransId="{5093C91C-56E0-48BA-9800-DE18557E9AD6}"/>
    <dgm:cxn modelId="{F68D1B49-F316-4C4E-B2FF-5D5D6F377826}" srcId="{24D74032-F889-43D9-985B-1EB03C670F25}" destId="{742EC1A3-083E-45B3-B06A-1CEFB973CAF3}" srcOrd="4" destOrd="0" parTransId="{B7134E6D-BB36-40A2-A4AE-02E89220D30B}" sibTransId="{A7395A52-4F8E-44A6-AA74-266A6E42B3F9}"/>
    <dgm:cxn modelId="{995B0570-2819-4DB4-A05A-449D60942342}" srcId="{24D74032-F889-43D9-985B-1EB03C670F25}" destId="{B16443BD-896C-4C4F-94E2-B231F8455610}" srcOrd="2" destOrd="0" parTransId="{C364EB2E-3379-4EFB-B3B9-EB6E67FC049B}" sibTransId="{A5E270CC-FF6B-4ACF-9834-5C952125C231}"/>
    <dgm:cxn modelId="{B208F272-FE15-4AF3-ABD8-B3E2B10493E8}" type="presOf" srcId="{742EC1A3-083E-45B3-B06A-1CEFB973CAF3}" destId="{EFF68A4A-2FC4-49BF-B7F1-6354A550EEFB}" srcOrd="0" destOrd="0" presId="urn:microsoft.com/office/officeart/2005/8/layout/process4"/>
    <dgm:cxn modelId="{24524856-C586-4192-B1B4-A96F8E315033}" type="presOf" srcId="{24D74032-F889-43D9-985B-1EB03C670F25}" destId="{71E2F042-3CCD-4B12-8B93-8577EB9F7DF6}" srcOrd="1" destOrd="0" presId="urn:microsoft.com/office/officeart/2005/8/layout/process4"/>
    <dgm:cxn modelId="{5D4AB478-8C05-4E9A-8CF4-755E91E6F1EC}" srcId="{719EEBCC-AA35-4709-BFB3-D532B6D8503E}" destId="{24D74032-F889-43D9-985B-1EB03C670F25}" srcOrd="0" destOrd="0" parTransId="{D86A4E49-9058-42FD-9650-4BF637B41377}" sibTransId="{8DBCFE9B-A68F-4B23-A3C0-82907004BD1F}"/>
    <dgm:cxn modelId="{1B84275A-1981-49BC-A6AE-E466050BCC04}" type="presOf" srcId="{676948C8-9F82-4F75-ABBD-291E5255CF61}" destId="{EF0F001C-DAAE-4DDF-805F-D431D73226D8}" srcOrd="0" destOrd="0" presId="urn:microsoft.com/office/officeart/2005/8/layout/process4"/>
    <dgm:cxn modelId="{4FCFCA7A-EF25-4E2F-83BE-7F7BB54438ED}" srcId="{24D74032-F889-43D9-985B-1EB03C670F25}" destId="{44DA051F-EE75-46E0-A6D6-9EF2390E5774}" srcOrd="0" destOrd="0" parTransId="{857FF192-DCC4-440A-A27A-DA91294714D1}" sibTransId="{9ACD1CCD-F5AF-4EE5-9D82-E9102CEDE637}"/>
    <dgm:cxn modelId="{D8ACF18B-DF7F-41E8-9118-E90D12DD4360}" type="presOf" srcId="{44DA051F-EE75-46E0-A6D6-9EF2390E5774}" destId="{6F708ECD-4A7B-43C1-A47B-153E891971A9}" srcOrd="0" destOrd="0" presId="urn:microsoft.com/office/officeart/2005/8/layout/process4"/>
    <dgm:cxn modelId="{74F92EB6-33A4-4162-9E70-69CA4ABFC1BD}" type="presOf" srcId="{24D74032-F889-43D9-985B-1EB03C670F25}" destId="{1BCD4652-B96F-4F9F-8E37-5E69981D0641}" srcOrd="0" destOrd="0" presId="urn:microsoft.com/office/officeart/2005/8/layout/process4"/>
    <dgm:cxn modelId="{4EB01CB7-0B67-4238-88E3-B0EA8F6EC8BF}" type="presOf" srcId="{0184477B-39E9-43A7-9219-838482FC45C2}" destId="{4FE719A4-2168-4ACD-8E2D-8150817EE6EF}" srcOrd="0" destOrd="0" presId="urn:microsoft.com/office/officeart/2005/8/layout/process4"/>
    <dgm:cxn modelId="{4E286BC7-D4EA-4473-8DE2-4AAF6182C8C2}" type="presOf" srcId="{14D0F980-9906-447A-A21F-316D2F229CCC}" destId="{0824696F-7577-4E85-9544-6E8797982BA5}" srcOrd="0" destOrd="0" presId="urn:microsoft.com/office/officeart/2005/8/layout/process4"/>
    <dgm:cxn modelId="{7F8694F0-C01F-47B2-B450-62C9152DFDC1}" srcId="{24D74032-F889-43D9-985B-1EB03C670F25}" destId="{676948C8-9F82-4F75-ABBD-291E5255CF61}" srcOrd="1" destOrd="0" parTransId="{0670FABE-48F7-4856-B9FF-C52C8AF914D8}" sibTransId="{CC39F76D-C473-450F-A0E0-D4F0BC92D29E}"/>
    <dgm:cxn modelId="{4CFBB4FB-43D5-4F3D-9350-3144AAD6F616}" type="presOf" srcId="{B16443BD-896C-4C4F-94E2-B231F8455610}" destId="{90505391-3992-4A0C-A6EC-3DBF1C7D4233}" srcOrd="0" destOrd="0" presId="urn:microsoft.com/office/officeart/2005/8/layout/process4"/>
    <dgm:cxn modelId="{A41D30A6-95CE-4380-9031-9106E41C1897}" type="presParOf" srcId="{213F1A91-3DA6-464F-9F0A-5A12F8FE9AAB}" destId="{E43493DE-701C-4B78-8273-53A9831E151D}" srcOrd="0" destOrd="0" presId="urn:microsoft.com/office/officeart/2005/8/layout/process4"/>
    <dgm:cxn modelId="{68096EB5-F0AB-4D85-B68B-E3DCB95C9968}" type="presParOf" srcId="{E43493DE-701C-4B78-8273-53A9831E151D}" destId="{4FE719A4-2168-4ACD-8E2D-8150817EE6EF}" srcOrd="0" destOrd="0" presId="urn:microsoft.com/office/officeart/2005/8/layout/process4"/>
    <dgm:cxn modelId="{733F488C-290C-4AB3-AE68-C1FA3A16ABAA}" type="presParOf" srcId="{213F1A91-3DA6-464F-9F0A-5A12F8FE9AAB}" destId="{1758AF56-68D9-4823-AB08-6435722BA71D}" srcOrd="1" destOrd="0" presId="urn:microsoft.com/office/officeart/2005/8/layout/process4"/>
    <dgm:cxn modelId="{F26A2CB1-9185-4ADF-8FEF-4B55C4837C87}" type="presParOf" srcId="{213F1A91-3DA6-464F-9F0A-5A12F8FE9AAB}" destId="{BAC61775-4C86-498D-8DC2-14DA1967F4E4}" srcOrd="2" destOrd="0" presId="urn:microsoft.com/office/officeart/2005/8/layout/process4"/>
    <dgm:cxn modelId="{3A6D11A6-AE85-470E-B01F-52D024522E58}" type="presParOf" srcId="{BAC61775-4C86-498D-8DC2-14DA1967F4E4}" destId="{1BCD4652-B96F-4F9F-8E37-5E69981D0641}" srcOrd="0" destOrd="0" presId="urn:microsoft.com/office/officeart/2005/8/layout/process4"/>
    <dgm:cxn modelId="{61E8BE16-10DB-45CC-BE67-85D9677D319C}" type="presParOf" srcId="{BAC61775-4C86-498D-8DC2-14DA1967F4E4}" destId="{71E2F042-3CCD-4B12-8B93-8577EB9F7DF6}" srcOrd="1" destOrd="0" presId="urn:microsoft.com/office/officeart/2005/8/layout/process4"/>
    <dgm:cxn modelId="{47315A9B-5C89-4069-B57C-48F0098FF943}" type="presParOf" srcId="{BAC61775-4C86-498D-8DC2-14DA1967F4E4}" destId="{E0ADDF93-6F86-4CDB-8272-FAA6409AF9F4}" srcOrd="2" destOrd="0" presId="urn:microsoft.com/office/officeart/2005/8/layout/process4"/>
    <dgm:cxn modelId="{235B9F39-E750-42F4-AAD5-EB19993F9B71}" type="presParOf" srcId="{E0ADDF93-6F86-4CDB-8272-FAA6409AF9F4}" destId="{6F708ECD-4A7B-43C1-A47B-153E891971A9}" srcOrd="0" destOrd="0" presId="urn:microsoft.com/office/officeart/2005/8/layout/process4"/>
    <dgm:cxn modelId="{3926EDDA-7278-4D30-972E-CCF3A2E1441D}" type="presParOf" srcId="{E0ADDF93-6F86-4CDB-8272-FAA6409AF9F4}" destId="{EF0F001C-DAAE-4DDF-805F-D431D73226D8}" srcOrd="1" destOrd="0" presId="urn:microsoft.com/office/officeart/2005/8/layout/process4"/>
    <dgm:cxn modelId="{74625C7B-E53A-46D2-AAD8-80B6B2D46B16}" type="presParOf" srcId="{E0ADDF93-6F86-4CDB-8272-FAA6409AF9F4}" destId="{90505391-3992-4A0C-A6EC-3DBF1C7D4233}" srcOrd="2" destOrd="0" presId="urn:microsoft.com/office/officeart/2005/8/layout/process4"/>
    <dgm:cxn modelId="{233FA778-1A48-405E-A962-A8E09F75EF9F}" type="presParOf" srcId="{E0ADDF93-6F86-4CDB-8272-FAA6409AF9F4}" destId="{0824696F-7577-4E85-9544-6E8797982BA5}" srcOrd="3" destOrd="0" presId="urn:microsoft.com/office/officeart/2005/8/layout/process4"/>
    <dgm:cxn modelId="{A3F97C03-F8CC-45F6-87BD-7D27ED39D247}" type="presParOf" srcId="{E0ADDF93-6F86-4CDB-8272-FAA6409AF9F4}" destId="{EFF68A4A-2FC4-49BF-B7F1-6354A550EEFB}" srcOrd="4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EBE4985-E1A7-438A-BFAA-ECB60DDAD43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E485CBC-6494-4790-8DA2-0029B9D785A5}">
      <dgm:prSet/>
      <dgm:spPr/>
      <dgm:t>
        <a:bodyPr/>
        <a:lstStyle/>
        <a:p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Programming: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 Python, FastAPI (Backend), HTML/CSS/JS (Frontend).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DB04F28-0A93-4BA5-94F2-74271073167C}" type="parTrans" cxnId="{CA85136B-8F0D-48CF-A225-089508DED3E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AB85B37-1E96-4D9F-A076-08E17F57818D}" type="sibTrans" cxnId="{CA85136B-8F0D-48CF-A225-089508DED3E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C9A6710-DD07-435D-8F60-37D99DCC0EB9}">
      <dgm:prSet/>
      <dgm:spPr/>
      <dgm:t>
        <a:bodyPr/>
        <a:lstStyle/>
        <a:p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NLP: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 Sentence Transformers (BAAI/bge-small-en-v1.5).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CC33CB4-565D-4341-98A0-3D3C6CB5ECCB}" type="parTrans" cxnId="{E43AED7C-08E8-4CFE-83ED-930AD9E9ADA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5F8DBB8-9AB1-477A-9BE0-ECC774518EA9}" type="sibTrans" cxnId="{E43AED7C-08E8-4CFE-83ED-930AD9E9ADA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F5FC9C7-EB35-497C-9097-52E10CFD93E1}">
      <dgm:prSet/>
      <dgm:spPr/>
      <dgm:t>
        <a:bodyPr/>
        <a:lstStyle/>
        <a:p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Computer Vision: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 OpenCLIP (ViT-B/32).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3E54BEB-226A-4E22-A2A3-19E44CD8CEA1}" type="parTrans" cxnId="{6EADC50E-2687-47B5-BC37-661AFDE5F90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101855D-429F-4E05-BC5D-8C327C207413}" type="sibTrans" cxnId="{6EADC50E-2687-47B5-BC37-661AFDE5F90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EB4E700-6C9F-48D3-9922-78A85557C473}">
      <dgm:prSet/>
      <dgm:spPr/>
      <dgm:t>
        <a:bodyPr/>
        <a:lstStyle/>
        <a:p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Vector Search: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 FAISS (Facebook AI Similarity Search).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3FD8228-C417-4DA5-AE73-55B1F1BB0985}" type="parTrans" cxnId="{C350C19C-DEFB-43B7-A6D7-084D55C8BB8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BD21642-2F7C-476A-AC55-C1937C6F1386}" type="sibTrans" cxnId="{C350C19C-DEFB-43B7-A6D7-084D55C8BB8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230C923-DEC2-45F1-B8E3-9F980A73D15D}">
      <dgm:prSet/>
      <dgm:spPr/>
      <dgm:t>
        <a:bodyPr/>
        <a:lstStyle/>
        <a:p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LLM: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 Phi-3 (via Ollama).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CAC78C7-B46F-4E7D-BA03-6D76783C53AB}" type="parTrans" cxnId="{9149B9AE-13EF-414A-85FA-BECE1FFEB10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3B33511-730D-4809-A1D7-0BD38B712126}" type="sibTrans" cxnId="{9149B9AE-13EF-414A-85FA-BECE1FFEB10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3869E65-8270-4E38-842C-7CD82CD1DF02}">
      <dgm:prSet/>
      <dgm:spPr/>
      <dgm:t>
        <a:bodyPr/>
        <a:lstStyle/>
        <a:p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Multilingual: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 Langdetect, Deep Translator.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B2DFC1E-9892-452F-ACC6-0CF87F5B7803}" type="parTrans" cxnId="{A7315702-73D2-4C78-9AFE-4072DAEA9D2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A3FF7C9-88F8-4886-9A9D-98390213D406}" type="sibTrans" cxnId="{A7315702-73D2-4C78-9AFE-4072DAEA9D2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9458EB6-0D07-45EA-A8A9-4BE31751DAF4}" type="pres">
      <dgm:prSet presAssocID="{2EBE4985-E1A7-438A-BFAA-ECB60DDAD43B}" presName="vert0" presStyleCnt="0">
        <dgm:presLayoutVars>
          <dgm:dir/>
          <dgm:animOne val="branch"/>
          <dgm:animLvl val="lvl"/>
        </dgm:presLayoutVars>
      </dgm:prSet>
      <dgm:spPr/>
    </dgm:pt>
    <dgm:pt modelId="{A638398F-C46A-445D-81D9-F2569CB41E20}" type="pres">
      <dgm:prSet presAssocID="{DE485CBC-6494-4790-8DA2-0029B9D785A5}" presName="thickLine" presStyleLbl="alignNode1" presStyleIdx="0" presStyleCnt="6"/>
      <dgm:spPr/>
    </dgm:pt>
    <dgm:pt modelId="{FEC0FA1F-4FB5-4233-A42D-2E1DFACB7B79}" type="pres">
      <dgm:prSet presAssocID="{DE485CBC-6494-4790-8DA2-0029B9D785A5}" presName="horz1" presStyleCnt="0"/>
      <dgm:spPr/>
    </dgm:pt>
    <dgm:pt modelId="{3BEC91B4-5174-49AC-8A97-BA8DD5C9EF5E}" type="pres">
      <dgm:prSet presAssocID="{DE485CBC-6494-4790-8DA2-0029B9D785A5}" presName="tx1" presStyleLbl="revTx" presStyleIdx="0" presStyleCnt="6"/>
      <dgm:spPr/>
    </dgm:pt>
    <dgm:pt modelId="{C7E9BD0C-AB4E-49C5-BCBA-005B8AAD0096}" type="pres">
      <dgm:prSet presAssocID="{DE485CBC-6494-4790-8DA2-0029B9D785A5}" presName="vert1" presStyleCnt="0"/>
      <dgm:spPr/>
    </dgm:pt>
    <dgm:pt modelId="{76169EFC-93FA-4BB1-A0A0-20763B330E75}" type="pres">
      <dgm:prSet presAssocID="{DC9A6710-DD07-435D-8F60-37D99DCC0EB9}" presName="thickLine" presStyleLbl="alignNode1" presStyleIdx="1" presStyleCnt="6"/>
      <dgm:spPr/>
    </dgm:pt>
    <dgm:pt modelId="{D9AF5BD2-0234-4C1F-8B08-76A0B5BEF486}" type="pres">
      <dgm:prSet presAssocID="{DC9A6710-DD07-435D-8F60-37D99DCC0EB9}" presName="horz1" presStyleCnt="0"/>
      <dgm:spPr/>
    </dgm:pt>
    <dgm:pt modelId="{08AD251E-64CB-498E-825B-CFF78C07C446}" type="pres">
      <dgm:prSet presAssocID="{DC9A6710-DD07-435D-8F60-37D99DCC0EB9}" presName="tx1" presStyleLbl="revTx" presStyleIdx="1" presStyleCnt="6"/>
      <dgm:spPr/>
    </dgm:pt>
    <dgm:pt modelId="{3EA0B44B-D35C-4C85-A54B-25810C91AE88}" type="pres">
      <dgm:prSet presAssocID="{DC9A6710-DD07-435D-8F60-37D99DCC0EB9}" presName="vert1" presStyleCnt="0"/>
      <dgm:spPr/>
    </dgm:pt>
    <dgm:pt modelId="{B57B2C6E-57AA-4000-A6BE-21553CE3D592}" type="pres">
      <dgm:prSet presAssocID="{6F5FC9C7-EB35-497C-9097-52E10CFD93E1}" presName="thickLine" presStyleLbl="alignNode1" presStyleIdx="2" presStyleCnt="6"/>
      <dgm:spPr/>
    </dgm:pt>
    <dgm:pt modelId="{4DDEF7F0-D2DE-4A24-89C4-D2ECF9881B80}" type="pres">
      <dgm:prSet presAssocID="{6F5FC9C7-EB35-497C-9097-52E10CFD93E1}" presName="horz1" presStyleCnt="0"/>
      <dgm:spPr/>
    </dgm:pt>
    <dgm:pt modelId="{AA6A5559-07C6-481A-9A4D-E9C18DA8A469}" type="pres">
      <dgm:prSet presAssocID="{6F5FC9C7-EB35-497C-9097-52E10CFD93E1}" presName="tx1" presStyleLbl="revTx" presStyleIdx="2" presStyleCnt="6"/>
      <dgm:spPr/>
    </dgm:pt>
    <dgm:pt modelId="{699D4E50-0C12-43D8-BB82-68E6EEB255F1}" type="pres">
      <dgm:prSet presAssocID="{6F5FC9C7-EB35-497C-9097-52E10CFD93E1}" presName="vert1" presStyleCnt="0"/>
      <dgm:spPr/>
    </dgm:pt>
    <dgm:pt modelId="{3B8A9994-9284-4071-9141-67458F2A7E6A}" type="pres">
      <dgm:prSet presAssocID="{FEB4E700-6C9F-48D3-9922-78A85557C473}" presName="thickLine" presStyleLbl="alignNode1" presStyleIdx="3" presStyleCnt="6"/>
      <dgm:spPr/>
    </dgm:pt>
    <dgm:pt modelId="{F10650F7-A279-4B9C-94F7-E427F8A7C56A}" type="pres">
      <dgm:prSet presAssocID="{FEB4E700-6C9F-48D3-9922-78A85557C473}" presName="horz1" presStyleCnt="0"/>
      <dgm:spPr/>
    </dgm:pt>
    <dgm:pt modelId="{C03AAA1D-161C-4E9A-B0AD-6C9592C355DD}" type="pres">
      <dgm:prSet presAssocID="{FEB4E700-6C9F-48D3-9922-78A85557C473}" presName="tx1" presStyleLbl="revTx" presStyleIdx="3" presStyleCnt="6"/>
      <dgm:spPr/>
    </dgm:pt>
    <dgm:pt modelId="{11AFF04A-7C61-4FA6-A2D3-75DA8A911CF8}" type="pres">
      <dgm:prSet presAssocID="{FEB4E700-6C9F-48D3-9922-78A85557C473}" presName="vert1" presStyleCnt="0"/>
      <dgm:spPr/>
    </dgm:pt>
    <dgm:pt modelId="{DE554DB5-DC16-4B1B-9EC1-19FD25402E89}" type="pres">
      <dgm:prSet presAssocID="{6230C923-DEC2-45F1-B8E3-9F980A73D15D}" presName="thickLine" presStyleLbl="alignNode1" presStyleIdx="4" presStyleCnt="6"/>
      <dgm:spPr/>
    </dgm:pt>
    <dgm:pt modelId="{E7A0DF05-3233-49AB-8D61-2F109C68BF02}" type="pres">
      <dgm:prSet presAssocID="{6230C923-DEC2-45F1-B8E3-9F980A73D15D}" presName="horz1" presStyleCnt="0"/>
      <dgm:spPr/>
    </dgm:pt>
    <dgm:pt modelId="{A965BD96-4A3B-4336-8EBE-5A36E9392DB5}" type="pres">
      <dgm:prSet presAssocID="{6230C923-DEC2-45F1-B8E3-9F980A73D15D}" presName="tx1" presStyleLbl="revTx" presStyleIdx="4" presStyleCnt="6"/>
      <dgm:spPr/>
    </dgm:pt>
    <dgm:pt modelId="{46EA383E-D409-4FDA-9860-42A627AF4469}" type="pres">
      <dgm:prSet presAssocID="{6230C923-DEC2-45F1-B8E3-9F980A73D15D}" presName="vert1" presStyleCnt="0"/>
      <dgm:spPr/>
    </dgm:pt>
    <dgm:pt modelId="{F0851398-A5C0-48EE-9B48-DFCCA5C426A8}" type="pres">
      <dgm:prSet presAssocID="{43869E65-8270-4E38-842C-7CD82CD1DF02}" presName="thickLine" presStyleLbl="alignNode1" presStyleIdx="5" presStyleCnt="6"/>
      <dgm:spPr/>
    </dgm:pt>
    <dgm:pt modelId="{95DD3068-5483-4B6A-A185-5506C2FCC5AF}" type="pres">
      <dgm:prSet presAssocID="{43869E65-8270-4E38-842C-7CD82CD1DF02}" presName="horz1" presStyleCnt="0"/>
      <dgm:spPr/>
    </dgm:pt>
    <dgm:pt modelId="{13D7B10B-01F3-4DC1-8AC2-8081D5770623}" type="pres">
      <dgm:prSet presAssocID="{43869E65-8270-4E38-842C-7CD82CD1DF02}" presName="tx1" presStyleLbl="revTx" presStyleIdx="5" presStyleCnt="6"/>
      <dgm:spPr/>
    </dgm:pt>
    <dgm:pt modelId="{9B53AD5D-2AC5-4F46-82CA-30F62A613E10}" type="pres">
      <dgm:prSet presAssocID="{43869E65-8270-4E38-842C-7CD82CD1DF02}" presName="vert1" presStyleCnt="0"/>
      <dgm:spPr/>
    </dgm:pt>
  </dgm:ptLst>
  <dgm:cxnLst>
    <dgm:cxn modelId="{A7315702-73D2-4C78-9AFE-4072DAEA9D2D}" srcId="{2EBE4985-E1A7-438A-BFAA-ECB60DDAD43B}" destId="{43869E65-8270-4E38-842C-7CD82CD1DF02}" srcOrd="5" destOrd="0" parTransId="{6B2DFC1E-9892-452F-ACC6-0CF87F5B7803}" sibTransId="{CA3FF7C9-88F8-4886-9A9D-98390213D406}"/>
    <dgm:cxn modelId="{AF902C05-A9B1-4034-A3D8-24BC5678BB10}" type="presOf" srcId="{DC9A6710-DD07-435D-8F60-37D99DCC0EB9}" destId="{08AD251E-64CB-498E-825B-CFF78C07C446}" srcOrd="0" destOrd="0" presId="urn:microsoft.com/office/officeart/2008/layout/LinedList"/>
    <dgm:cxn modelId="{3CE0DA07-5EB8-4DF0-B66B-A8B58C268F7E}" type="presOf" srcId="{6230C923-DEC2-45F1-B8E3-9F980A73D15D}" destId="{A965BD96-4A3B-4336-8EBE-5A36E9392DB5}" srcOrd="0" destOrd="0" presId="urn:microsoft.com/office/officeart/2008/layout/LinedList"/>
    <dgm:cxn modelId="{6EADC50E-2687-47B5-BC37-661AFDE5F90A}" srcId="{2EBE4985-E1A7-438A-BFAA-ECB60DDAD43B}" destId="{6F5FC9C7-EB35-497C-9097-52E10CFD93E1}" srcOrd="2" destOrd="0" parTransId="{93E54BEB-226A-4E22-A2A3-19E44CD8CEA1}" sibTransId="{B101855D-429F-4E05-BC5D-8C327C207413}"/>
    <dgm:cxn modelId="{79090429-505D-4B70-B577-C2E89C2DD3BA}" type="presOf" srcId="{43869E65-8270-4E38-842C-7CD82CD1DF02}" destId="{13D7B10B-01F3-4DC1-8AC2-8081D5770623}" srcOrd="0" destOrd="0" presId="urn:microsoft.com/office/officeart/2008/layout/LinedList"/>
    <dgm:cxn modelId="{7552976A-3CE6-426F-AC66-214506E3804C}" type="presOf" srcId="{DE485CBC-6494-4790-8DA2-0029B9D785A5}" destId="{3BEC91B4-5174-49AC-8A97-BA8DD5C9EF5E}" srcOrd="0" destOrd="0" presId="urn:microsoft.com/office/officeart/2008/layout/LinedList"/>
    <dgm:cxn modelId="{CA85136B-8F0D-48CF-A225-089508DED3E4}" srcId="{2EBE4985-E1A7-438A-BFAA-ECB60DDAD43B}" destId="{DE485CBC-6494-4790-8DA2-0029B9D785A5}" srcOrd="0" destOrd="0" parTransId="{8DB04F28-0A93-4BA5-94F2-74271073167C}" sibTransId="{DAB85B37-1E96-4D9F-A076-08E17F57818D}"/>
    <dgm:cxn modelId="{B22B1F76-D7C9-4BCE-AFB3-D68738D4F615}" type="presOf" srcId="{2EBE4985-E1A7-438A-BFAA-ECB60DDAD43B}" destId="{49458EB6-0D07-45EA-A8A9-4BE31751DAF4}" srcOrd="0" destOrd="0" presId="urn:microsoft.com/office/officeart/2008/layout/LinedList"/>
    <dgm:cxn modelId="{E43AED7C-08E8-4CFE-83ED-930AD9E9ADA4}" srcId="{2EBE4985-E1A7-438A-BFAA-ECB60DDAD43B}" destId="{DC9A6710-DD07-435D-8F60-37D99DCC0EB9}" srcOrd="1" destOrd="0" parTransId="{6CC33CB4-565D-4341-98A0-3D3C6CB5ECCB}" sibTransId="{85F8DBB8-9AB1-477A-9BE0-ECC774518EA9}"/>
    <dgm:cxn modelId="{C350C19C-DEFB-43B7-A6D7-084D55C8BB88}" srcId="{2EBE4985-E1A7-438A-BFAA-ECB60DDAD43B}" destId="{FEB4E700-6C9F-48D3-9922-78A85557C473}" srcOrd="3" destOrd="0" parTransId="{D3FD8228-C417-4DA5-AE73-55B1F1BB0985}" sibTransId="{1BD21642-2F7C-476A-AC55-C1937C6F1386}"/>
    <dgm:cxn modelId="{9149B9AE-13EF-414A-85FA-BECE1FFEB104}" srcId="{2EBE4985-E1A7-438A-BFAA-ECB60DDAD43B}" destId="{6230C923-DEC2-45F1-B8E3-9F980A73D15D}" srcOrd="4" destOrd="0" parTransId="{0CAC78C7-B46F-4E7D-BA03-6D76783C53AB}" sibTransId="{83B33511-730D-4809-A1D7-0BD38B712126}"/>
    <dgm:cxn modelId="{9630F7E3-F4D6-43EC-819A-8E7467E1ADE6}" type="presOf" srcId="{6F5FC9C7-EB35-497C-9097-52E10CFD93E1}" destId="{AA6A5559-07C6-481A-9A4D-E9C18DA8A469}" srcOrd="0" destOrd="0" presId="urn:microsoft.com/office/officeart/2008/layout/LinedList"/>
    <dgm:cxn modelId="{895002FD-05E4-44BA-85BC-798131085D4B}" type="presOf" srcId="{FEB4E700-6C9F-48D3-9922-78A85557C473}" destId="{C03AAA1D-161C-4E9A-B0AD-6C9592C355DD}" srcOrd="0" destOrd="0" presId="urn:microsoft.com/office/officeart/2008/layout/LinedList"/>
    <dgm:cxn modelId="{2000B2A1-D24A-4BE8-9994-A775EE2E5FF5}" type="presParOf" srcId="{49458EB6-0D07-45EA-A8A9-4BE31751DAF4}" destId="{A638398F-C46A-445D-81D9-F2569CB41E20}" srcOrd="0" destOrd="0" presId="urn:microsoft.com/office/officeart/2008/layout/LinedList"/>
    <dgm:cxn modelId="{23408B69-A0EA-46B3-8F4D-882B8506FE3A}" type="presParOf" srcId="{49458EB6-0D07-45EA-A8A9-4BE31751DAF4}" destId="{FEC0FA1F-4FB5-4233-A42D-2E1DFACB7B79}" srcOrd="1" destOrd="0" presId="urn:microsoft.com/office/officeart/2008/layout/LinedList"/>
    <dgm:cxn modelId="{12E47963-7BF6-420D-A246-812F9A4CAADD}" type="presParOf" srcId="{FEC0FA1F-4FB5-4233-A42D-2E1DFACB7B79}" destId="{3BEC91B4-5174-49AC-8A97-BA8DD5C9EF5E}" srcOrd="0" destOrd="0" presId="urn:microsoft.com/office/officeart/2008/layout/LinedList"/>
    <dgm:cxn modelId="{E37C9477-E69D-43FF-8060-E94F4EC0E231}" type="presParOf" srcId="{FEC0FA1F-4FB5-4233-A42D-2E1DFACB7B79}" destId="{C7E9BD0C-AB4E-49C5-BCBA-005B8AAD0096}" srcOrd="1" destOrd="0" presId="urn:microsoft.com/office/officeart/2008/layout/LinedList"/>
    <dgm:cxn modelId="{E448EAFD-83F9-4270-9D8A-3B91D9E27C78}" type="presParOf" srcId="{49458EB6-0D07-45EA-A8A9-4BE31751DAF4}" destId="{76169EFC-93FA-4BB1-A0A0-20763B330E75}" srcOrd="2" destOrd="0" presId="urn:microsoft.com/office/officeart/2008/layout/LinedList"/>
    <dgm:cxn modelId="{B6E75503-4213-4423-A207-B7734E18C9F9}" type="presParOf" srcId="{49458EB6-0D07-45EA-A8A9-4BE31751DAF4}" destId="{D9AF5BD2-0234-4C1F-8B08-76A0B5BEF486}" srcOrd="3" destOrd="0" presId="urn:microsoft.com/office/officeart/2008/layout/LinedList"/>
    <dgm:cxn modelId="{60AAE123-A3B8-4907-9A06-C30A64B461EA}" type="presParOf" srcId="{D9AF5BD2-0234-4C1F-8B08-76A0B5BEF486}" destId="{08AD251E-64CB-498E-825B-CFF78C07C446}" srcOrd="0" destOrd="0" presId="urn:microsoft.com/office/officeart/2008/layout/LinedList"/>
    <dgm:cxn modelId="{320D4DE4-AB60-4165-99F8-DA0F1BD587AE}" type="presParOf" srcId="{D9AF5BD2-0234-4C1F-8B08-76A0B5BEF486}" destId="{3EA0B44B-D35C-4C85-A54B-25810C91AE88}" srcOrd="1" destOrd="0" presId="urn:microsoft.com/office/officeart/2008/layout/LinedList"/>
    <dgm:cxn modelId="{9ABF1A00-006B-4B6C-9990-FC97CB7B0816}" type="presParOf" srcId="{49458EB6-0D07-45EA-A8A9-4BE31751DAF4}" destId="{B57B2C6E-57AA-4000-A6BE-21553CE3D592}" srcOrd="4" destOrd="0" presId="urn:microsoft.com/office/officeart/2008/layout/LinedList"/>
    <dgm:cxn modelId="{3DD5D8CB-9E2E-4405-92F8-07530ED1F681}" type="presParOf" srcId="{49458EB6-0D07-45EA-A8A9-4BE31751DAF4}" destId="{4DDEF7F0-D2DE-4A24-89C4-D2ECF9881B80}" srcOrd="5" destOrd="0" presId="urn:microsoft.com/office/officeart/2008/layout/LinedList"/>
    <dgm:cxn modelId="{4692C723-53FE-4571-9352-35B370C4C24C}" type="presParOf" srcId="{4DDEF7F0-D2DE-4A24-89C4-D2ECF9881B80}" destId="{AA6A5559-07C6-481A-9A4D-E9C18DA8A469}" srcOrd="0" destOrd="0" presId="urn:microsoft.com/office/officeart/2008/layout/LinedList"/>
    <dgm:cxn modelId="{3ED4206F-3169-40E5-A27E-751CB2364323}" type="presParOf" srcId="{4DDEF7F0-D2DE-4A24-89C4-D2ECF9881B80}" destId="{699D4E50-0C12-43D8-BB82-68E6EEB255F1}" srcOrd="1" destOrd="0" presId="urn:microsoft.com/office/officeart/2008/layout/LinedList"/>
    <dgm:cxn modelId="{142BEB81-3367-461A-9155-E4DC85CA73CF}" type="presParOf" srcId="{49458EB6-0D07-45EA-A8A9-4BE31751DAF4}" destId="{3B8A9994-9284-4071-9141-67458F2A7E6A}" srcOrd="6" destOrd="0" presId="urn:microsoft.com/office/officeart/2008/layout/LinedList"/>
    <dgm:cxn modelId="{BB9F53A3-14D4-46E0-AA62-0F13A3977323}" type="presParOf" srcId="{49458EB6-0D07-45EA-A8A9-4BE31751DAF4}" destId="{F10650F7-A279-4B9C-94F7-E427F8A7C56A}" srcOrd="7" destOrd="0" presId="urn:microsoft.com/office/officeart/2008/layout/LinedList"/>
    <dgm:cxn modelId="{5B058D86-8FE1-4A6B-8986-38B5462A6E27}" type="presParOf" srcId="{F10650F7-A279-4B9C-94F7-E427F8A7C56A}" destId="{C03AAA1D-161C-4E9A-B0AD-6C9592C355DD}" srcOrd="0" destOrd="0" presId="urn:microsoft.com/office/officeart/2008/layout/LinedList"/>
    <dgm:cxn modelId="{70E957D2-CECB-450D-A615-84CBD6A7EA66}" type="presParOf" srcId="{F10650F7-A279-4B9C-94F7-E427F8A7C56A}" destId="{11AFF04A-7C61-4FA6-A2D3-75DA8A911CF8}" srcOrd="1" destOrd="0" presId="urn:microsoft.com/office/officeart/2008/layout/LinedList"/>
    <dgm:cxn modelId="{60736092-C445-4239-8B2F-3BB2270B8179}" type="presParOf" srcId="{49458EB6-0D07-45EA-A8A9-4BE31751DAF4}" destId="{DE554DB5-DC16-4B1B-9EC1-19FD25402E89}" srcOrd="8" destOrd="0" presId="urn:microsoft.com/office/officeart/2008/layout/LinedList"/>
    <dgm:cxn modelId="{EFF51A10-1071-42D6-9BFD-B05ECEB86B03}" type="presParOf" srcId="{49458EB6-0D07-45EA-A8A9-4BE31751DAF4}" destId="{E7A0DF05-3233-49AB-8D61-2F109C68BF02}" srcOrd="9" destOrd="0" presId="urn:microsoft.com/office/officeart/2008/layout/LinedList"/>
    <dgm:cxn modelId="{E28F69B5-4EDF-48D3-BD75-71AD0B667C24}" type="presParOf" srcId="{E7A0DF05-3233-49AB-8D61-2F109C68BF02}" destId="{A965BD96-4A3B-4336-8EBE-5A36E9392DB5}" srcOrd="0" destOrd="0" presId="urn:microsoft.com/office/officeart/2008/layout/LinedList"/>
    <dgm:cxn modelId="{7A2DF56E-314A-4BD9-AFEB-F3965825CBBE}" type="presParOf" srcId="{E7A0DF05-3233-49AB-8D61-2F109C68BF02}" destId="{46EA383E-D409-4FDA-9860-42A627AF4469}" srcOrd="1" destOrd="0" presId="urn:microsoft.com/office/officeart/2008/layout/LinedList"/>
    <dgm:cxn modelId="{ABDBEE6C-1202-43DB-B4BB-56C9AF142680}" type="presParOf" srcId="{49458EB6-0D07-45EA-A8A9-4BE31751DAF4}" destId="{F0851398-A5C0-48EE-9B48-DFCCA5C426A8}" srcOrd="10" destOrd="0" presId="urn:microsoft.com/office/officeart/2008/layout/LinedList"/>
    <dgm:cxn modelId="{586E9B2C-B4DF-47BC-B57A-1A404C7F23A2}" type="presParOf" srcId="{49458EB6-0D07-45EA-A8A9-4BE31751DAF4}" destId="{95DD3068-5483-4B6A-A185-5506C2FCC5AF}" srcOrd="11" destOrd="0" presId="urn:microsoft.com/office/officeart/2008/layout/LinedList"/>
    <dgm:cxn modelId="{54830963-C873-4D90-A9BB-F4DE92029C83}" type="presParOf" srcId="{95DD3068-5483-4B6A-A185-5506C2FCC5AF}" destId="{13D7B10B-01F3-4DC1-8AC2-8081D5770623}" srcOrd="0" destOrd="0" presId="urn:microsoft.com/office/officeart/2008/layout/LinedList"/>
    <dgm:cxn modelId="{553C6CDD-D0A1-4D73-A25F-8B55939AFBD5}" type="presParOf" srcId="{95DD3068-5483-4B6A-A185-5506C2FCC5AF}" destId="{9B53AD5D-2AC5-4F46-82CA-30F62A613E10}" srcOrd="1" destOrd="0" presId="urn:microsoft.com/office/officeart/2008/layout/LinedList"/>
  </dgm:cxnLst>
  <dgm:bg>
    <a:effectLst>
      <a:outerShdw blurRad="50800" dist="38100" algn="l" rotWithShape="0">
        <a:prstClr val="black">
          <a:alpha val="40000"/>
        </a:prstClr>
      </a:outerShdw>
    </a:effectLst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19F253D-3CBA-4FA2-AA17-1DB573ED9F5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2148D70B-5FD9-463C-87C6-BD04760412DA}">
      <dgm:prSet custT="1"/>
      <dgm:spPr/>
      <dgm:t>
        <a:bodyPr/>
        <a:lstStyle/>
        <a:p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Keyword Dependency: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 Fails on synonyms (e.g., "affordable" vs. "cheap").</a:t>
          </a:r>
        </a:p>
      </dgm:t>
    </dgm:pt>
    <dgm:pt modelId="{8C15F6AC-DEC2-4D67-8FED-E010237EC7E8}" type="parTrans" cxnId="{B1023CB5-B88A-457E-8CA6-4BC9223C71F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A0FF6CF-B3DE-4D56-881E-CCD29F83748D}" type="sibTrans" cxnId="{B1023CB5-B88A-457E-8CA6-4BC9223C71F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4B9E94F-991F-47EF-AA51-9A24E7F419F5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No Visual Search: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 Cannot find products by image similarity.</a:t>
          </a:r>
        </a:p>
      </dgm:t>
    </dgm:pt>
    <dgm:pt modelId="{CD9E6510-F225-4975-8CBA-DDF64E175BF4}" type="parTrans" cxnId="{F04B1C79-38BD-49F5-B673-94551CFC6DF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4B70058-BADD-4B65-8D65-C5B2EF1B4A86}" type="sibTrans" cxnId="{F04B1C79-38BD-49F5-B673-94551CFC6DF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E97C1C4-BD20-4A9B-A471-7061A4A293CF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Poor Ranking: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 Results lack semantic relevance.</a:t>
          </a:r>
        </a:p>
      </dgm:t>
    </dgm:pt>
    <dgm:pt modelId="{5B65188C-B380-4E48-B204-B02FA3ECB7FC}" type="parTrans" cxnId="{CEF0768E-CAE2-4D91-BC00-9E41118AC47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80B1DD7-4460-420A-B449-ACC36B20B5F3}" type="sibTrans" cxnId="{CEF0768E-CAE2-4D91-BC00-9E41118AC47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E837EDD-D82C-4D3D-BFC1-2A1B4ED25116}">
      <dgm:prSet/>
      <dgm:spPr/>
      <dgm:t>
        <a:bodyPr/>
        <a:lstStyle/>
        <a:p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No Explainability:</a:t>
          </a: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 Users don't know </a:t>
          </a:r>
          <a:r>
            <a:rPr lang="en-US" i="1">
              <a:latin typeface="Times New Roman" panose="02020603050405020304" pitchFamily="18" charset="0"/>
              <a:cs typeface="Times New Roman" panose="02020603050405020304" pitchFamily="18" charset="0"/>
            </a:rPr>
            <a:t>why</a:t>
          </a: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 a product was recommended.</a:t>
          </a:r>
        </a:p>
      </dgm:t>
    </dgm:pt>
    <dgm:pt modelId="{FBD1FD6C-B470-48A2-8B07-BD25FA3A01C3}" type="parTrans" cxnId="{D2B64CAB-2BC4-4227-8183-0C6AAFCA345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3613D3A-F749-45A3-86CC-374C47C59AF6}" type="sibTrans" cxnId="{D2B64CAB-2BC4-4227-8183-0C6AAFCA345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AAA7F2E-3CF7-4AF2-B761-D964E5882EF8}" type="pres">
      <dgm:prSet presAssocID="{B19F253D-3CBA-4FA2-AA17-1DB573ED9F51}" presName="root" presStyleCnt="0">
        <dgm:presLayoutVars>
          <dgm:dir/>
          <dgm:resizeHandles val="exact"/>
        </dgm:presLayoutVars>
      </dgm:prSet>
      <dgm:spPr/>
    </dgm:pt>
    <dgm:pt modelId="{6ACD8FD9-EB6D-44BE-B307-E224DF2C31DC}" type="pres">
      <dgm:prSet presAssocID="{2148D70B-5FD9-463C-87C6-BD04760412DA}" presName="compNode" presStyleCnt="0"/>
      <dgm:spPr/>
    </dgm:pt>
    <dgm:pt modelId="{F2975A21-DFBB-4623-A258-401442DB961E}" type="pres">
      <dgm:prSet presAssocID="{2148D70B-5FD9-463C-87C6-BD04760412D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76DB3428-77D9-4707-BBAC-924AD7B1171E}" type="pres">
      <dgm:prSet presAssocID="{2148D70B-5FD9-463C-87C6-BD04760412DA}" presName="spaceRect" presStyleCnt="0"/>
      <dgm:spPr/>
    </dgm:pt>
    <dgm:pt modelId="{44DC672B-CDA1-4D84-9E2A-6FBFA8DA66E9}" type="pres">
      <dgm:prSet presAssocID="{2148D70B-5FD9-463C-87C6-BD04760412DA}" presName="textRect" presStyleLbl="revTx" presStyleIdx="0" presStyleCnt="4">
        <dgm:presLayoutVars>
          <dgm:chMax val="1"/>
          <dgm:chPref val="1"/>
        </dgm:presLayoutVars>
      </dgm:prSet>
      <dgm:spPr/>
    </dgm:pt>
    <dgm:pt modelId="{F9AF9DC5-0336-4999-89DC-AEDBDFE5D788}" type="pres">
      <dgm:prSet presAssocID="{6A0FF6CF-B3DE-4D56-881E-CCD29F83748D}" presName="sibTrans" presStyleCnt="0"/>
      <dgm:spPr/>
    </dgm:pt>
    <dgm:pt modelId="{319FE282-A639-478F-BD15-B34DB7A166D7}" type="pres">
      <dgm:prSet presAssocID="{E4B9E94F-991F-47EF-AA51-9A24E7F419F5}" presName="compNode" presStyleCnt="0"/>
      <dgm:spPr/>
    </dgm:pt>
    <dgm:pt modelId="{BC8021A6-F951-49B6-A8C7-C22202968DAB}" type="pres">
      <dgm:prSet presAssocID="{E4B9E94F-991F-47EF-AA51-9A24E7F419F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A7C64F37-0207-47FF-81B2-0D597276693E}" type="pres">
      <dgm:prSet presAssocID="{E4B9E94F-991F-47EF-AA51-9A24E7F419F5}" presName="spaceRect" presStyleCnt="0"/>
      <dgm:spPr/>
    </dgm:pt>
    <dgm:pt modelId="{F8FD3676-4AC2-412A-931F-82B4C75F185E}" type="pres">
      <dgm:prSet presAssocID="{E4B9E94F-991F-47EF-AA51-9A24E7F419F5}" presName="textRect" presStyleLbl="revTx" presStyleIdx="1" presStyleCnt="4">
        <dgm:presLayoutVars>
          <dgm:chMax val="1"/>
          <dgm:chPref val="1"/>
        </dgm:presLayoutVars>
      </dgm:prSet>
      <dgm:spPr/>
    </dgm:pt>
    <dgm:pt modelId="{6145BE2E-C899-42C3-B8FF-0CF009C41A4D}" type="pres">
      <dgm:prSet presAssocID="{B4B70058-BADD-4B65-8D65-C5B2EF1B4A86}" presName="sibTrans" presStyleCnt="0"/>
      <dgm:spPr/>
    </dgm:pt>
    <dgm:pt modelId="{965FD1E2-54A4-4905-B677-A94081516774}" type="pres">
      <dgm:prSet presAssocID="{AE97C1C4-BD20-4A9B-A471-7061A4A293CF}" presName="compNode" presStyleCnt="0"/>
      <dgm:spPr/>
    </dgm:pt>
    <dgm:pt modelId="{942A9332-1D22-4858-A8DA-5D1AF35B7B39}" type="pres">
      <dgm:prSet presAssocID="{AE97C1C4-BD20-4A9B-A471-7061A4A293C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d Face with No Fill"/>
        </a:ext>
      </dgm:extLst>
    </dgm:pt>
    <dgm:pt modelId="{2C9654E7-1428-4298-9A7F-84B7A63A163E}" type="pres">
      <dgm:prSet presAssocID="{AE97C1C4-BD20-4A9B-A471-7061A4A293CF}" presName="spaceRect" presStyleCnt="0"/>
      <dgm:spPr/>
    </dgm:pt>
    <dgm:pt modelId="{D2785414-209E-42F9-8B28-6EFE63439825}" type="pres">
      <dgm:prSet presAssocID="{AE97C1C4-BD20-4A9B-A471-7061A4A293CF}" presName="textRect" presStyleLbl="revTx" presStyleIdx="2" presStyleCnt="4">
        <dgm:presLayoutVars>
          <dgm:chMax val="1"/>
          <dgm:chPref val="1"/>
        </dgm:presLayoutVars>
      </dgm:prSet>
      <dgm:spPr/>
    </dgm:pt>
    <dgm:pt modelId="{11BE00C0-EE46-4CA6-BC2F-15BA231C356B}" type="pres">
      <dgm:prSet presAssocID="{B80B1DD7-4460-420A-B449-ACC36B20B5F3}" presName="sibTrans" presStyleCnt="0"/>
      <dgm:spPr/>
    </dgm:pt>
    <dgm:pt modelId="{CC421009-D364-4309-A33C-0671A26A4005}" type="pres">
      <dgm:prSet presAssocID="{7E837EDD-D82C-4D3D-BFC1-2A1B4ED25116}" presName="compNode" presStyleCnt="0"/>
      <dgm:spPr/>
    </dgm:pt>
    <dgm:pt modelId="{9A844A57-DDB0-4AD6-A2B0-CD084FAA999B}" type="pres">
      <dgm:prSet presAssocID="{7E837EDD-D82C-4D3D-BFC1-2A1B4ED2511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bidden"/>
        </a:ext>
      </dgm:extLst>
    </dgm:pt>
    <dgm:pt modelId="{F227292B-4B2C-4DDE-BDEE-B183687318C1}" type="pres">
      <dgm:prSet presAssocID="{7E837EDD-D82C-4D3D-BFC1-2A1B4ED25116}" presName="spaceRect" presStyleCnt="0"/>
      <dgm:spPr/>
    </dgm:pt>
    <dgm:pt modelId="{2B3EE5D2-A325-49A6-95EF-79608B5002D8}" type="pres">
      <dgm:prSet presAssocID="{7E837EDD-D82C-4D3D-BFC1-2A1B4ED2511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F9A0109-3630-4D75-B00E-2798D0B07CDE}" type="presOf" srcId="{AE97C1C4-BD20-4A9B-A471-7061A4A293CF}" destId="{D2785414-209E-42F9-8B28-6EFE63439825}" srcOrd="0" destOrd="0" presId="urn:microsoft.com/office/officeart/2018/2/layout/IconLabelList"/>
    <dgm:cxn modelId="{BA926517-E2CA-44E2-8CEF-A9393A48D03C}" type="presOf" srcId="{2148D70B-5FD9-463C-87C6-BD04760412DA}" destId="{44DC672B-CDA1-4D84-9E2A-6FBFA8DA66E9}" srcOrd="0" destOrd="0" presId="urn:microsoft.com/office/officeart/2018/2/layout/IconLabelList"/>
    <dgm:cxn modelId="{FAFBD01E-D20C-42EA-A12B-BB1484FE9C2D}" type="presOf" srcId="{7E837EDD-D82C-4D3D-BFC1-2A1B4ED25116}" destId="{2B3EE5D2-A325-49A6-95EF-79608B5002D8}" srcOrd="0" destOrd="0" presId="urn:microsoft.com/office/officeart/2018/2/layout/IconLabelList"/>
    <dgm:cxn modelId="{F04B1C79-38BD-49F5-B673-94551CFC6DF9}" srcId="{B19F253D-3CBA-4FA2-AA17-1DB573ED9F51}" destId="{E4B9E94F-991F-47EF-AA51-9A24E7F419F5}" srcOrd="1" destOrd="0" parTransId="{CD9E6510-F225-4975-8CBA-DDF64E175BF4}" sibTransId="{B4B70058-BADD-4B65-8D65-C5B2EF1B4A86}"/>
    <dgm:cxn modelId="{CEF0768E-CAE2-4D91-BC00-9E41118AC479}" srcId="{B19F253D-3CBA-4FA2-AA17-1DB573ED9F51}" destId="{AE97C1C4-BD20-4A9B-A471-7061A4A293CF}" srcOrd="2" destOrd="0" parTransId="{5B65188C-B380-4E48-B204-B02FA3ECB7FC}" sibTransId="{B80B1DD7-4460-420A-B449-ACC36B20B5F3}"/>
    <dgm:cxn modelId="{D2B64CAB-2BC4-4227-8183-0C6AAFCA3456}" srcId="{B19F253D-3CBA-4FA2-AA17-1DB573ED9F51}" destId="{7E837EDD-D82C-4D3D-BFC1-2A1B4ED25116}" srcOrd="3" destOrd="0" parTransId="{FBD1FD6C-B470-48A2-8B07-BD25FA3A01C3}" sibTransId="{23613D3A-F749-45A3-86CC-374C47C59AF6}"/>
    <dgm:cxn modelId="{B1023CB5-B88A-457E-8CA6-4BC9223C71FF}" srcId="{B19F253D-3CBA-4FA2-AA17-1DB573ED9F51}" destId="{2148D70B-5FD9-463C-87C6-BD04760412DA}" srcOrd="0" destOrd="0" parTransId="{8C15F6AC-DEC2-4D67-8FED-E010237EC7E8}" sibTransId="{6A0FF6CF-B3DE-4D56-881E-CCD29F83748D}"/>
    <dgm:cxn modelId="{CB97EBBF-4CE4-47AD-B1A4-902BAAFF238F}" type="presOf" srcId="{B19F253D-3CBA-4FA2-AA17-1DB573ED9F51}" destId="{8AAA7F2E-3CF7-4AF2-B761-D964E5882EF8}" srcOrd="0" destOrd="0" presId="urn:microsoft.com/office/officeart/2018/2/layout/IconLabelList"/>
    <dgm:cxn modelId="{CEEF36FF-0CA8-432E-8237-96DC755AFA58}" type="presOf" srcId="{E4B9E94F-991F-47EF-AA51-9A24E7F419F5}" destId="{F8FD3676-4AC2-412A-931F-82B4C75F185E}" srcOrd="0" destOrd="0" presId="urn:microsoft.com/office/officeart/2018/2/layout/IconLabelList"/>
    <dgm:cxn modelId="{3984595B-FC42-4A53-9176-DF63C46F2E47}" type="presParOf" srcId="{8AAA7F2E-3CF7-4AF2-B761-D964E5882EF8}" destId="{6ACD8FD9-EB6D-44BE-B307-E224DF2C31DC}" srcOrd="0" destOrd="0" presId="urn:microsoft.com/office/officeart/2018/2/layout/IconLabelList"/>
    <dgm:cxn modelId="{88BE6117-CFD4-4340-B674-EBA9C111FB43}" type="presParOf" srcId="{6ACD8FD9-EB6D-44BE-B307-E224DF2C31DC}" destId="{F2975A21-DFBB-4623-A258-401442DB961E}" srcOrd="0" destOrd="0" presId="urn:microsoft.com/office/officeart/2018/2/layout/IconLabelList"/>
    <dgm:cxn modelId="{CF23B953-C526-4366-AC47-82871499BD33}" type="presParOf" srcId="{6ACD8FD9-EB6D-44BE-B307-E224DF2C31DC}" destId="{76DB3428-77D9-4707-BBAC-924AD7B1171E}" srcOrd="1" destOrd="0" presId="urn:microsoft.com/office/officeart/2018/2/layout/IconLabelList"/>
    <dgm:cxn modelId="{2017D39F-E551-4B50-BE08-1C12CB70CEDD}" type="presParOf" srcId="{6ACD8FD9-EB6D-44BE-B307-E224DF2C31DC}" destId="{44DC672B-CDA1-4D84-9E2A-6FBFA8DA66E9}" srcOrd="2" destOrd="0" presId="urn:microsoft.com/office/officeart/2018/2/layout/IconLabelList"/>
    <dgm:cxn modelId="{946AD9D7-BBC7-445C-942C-F4482A799ECC}" type="presParOf" srcId="{8AAA7F2E-3CF7-4AF2-B761-D964E5882EF8}" destId="{F9AF9DC5-0336-4999-89DC-AEDBDFE5D788}" srcOrd="1" destOrd="0" presId="urn:microsoft.com/office/officeart/2018/2/layout/IconLabelList"/>
    <dgm:cxn modelId="{D2565283-5656-4ECA-B567-16370E25D40E}" type="presParOf" srcId="{8AAA7F2E-3CF7-4AF2-B761-D964E5882EF8}" destId="{319FE282-A639-478F-BD15-B34DB7A166D7}" srcOrd="2" destOrd="0" presId="urn:microsoft.com/office/officeart/2018/2/layout/IconLabelList"/>
    <dgm:cxn modelId="{BCFE44B0-C3D0-4859-A5FD-5AC7E818687A}" type="presParOf" srcId="{319FE282-A639-478F-BD15-B34DB7A166D7}" destId="{BC8021A6-F951-49B6-A8C7-C22202968DAB}" srcOrd="0" destOrd="0" presId="urn:microsoft.com/office/officeart/2018/2/layout/IconLabelList"/>
    <dgm:cxn modelId="{5CF3FEF6-52AF-41D8-AC10-D94DB0EA4DA8}" type="presParOf" srcId="{319FE282-A639-478F-BD15-B34DB7A166D7}" destId="{A7C64F37-0207-47FF-81B2-0D597276693E}" srcOrd="1" destOrd="0" presId="urn:microsoft.com/office/officeart/2018/2/layout/IconLabelList"/>
    <dgm:cxn modelId="{802DC907-F6BE-419A-87DD-F16003ECBEA9}" type="presParOf" srcId="{319FE282-A639-478F-BD15-B34DB7A166D7}" destId="{F8FD3676-4AC2-412A-931F-82B4C75F185E}" srcOrd="2" destOrd="0" presId="urn:microsoft.com/office/officeart/2018/2/layout/IconLabelList"/>
    <dgm:cxn modelId="{EC5C2C42-104E-4CC9-927C-A1BB654FE588}" type="presParOf" srcId="{8AAA7F2E-3CF7-4AF2-B761-D964E5882EF8}" destId="{6145BE2E-C899-42C3-B8FF-0CF009C41A4D}" srcOrd="3" destOrd="0" presId="urn:microsoft.com/office/officeart/2018/2/layout/IconLabelList"/>
    <dgm:cxn modelId="{CFB4279C-7244-4F2B-A4E9-316F2A0E0493}" type="presParOf" srcId="{8AAA7F2E-3CF7-4AF2-B761-D964E5882EF8}" destId="{965FD1E2-54A4-4905-B677-A94081516774}" srcOrd="4" destOrd="0" presId="urn:microsoft.com/office/officeart/2018/2/layout/IconLabelList"/>
    <dgm:cxn modelId="{D82AB7E3-3B7F-4EE4-81F2-9A4018068C1B}" type="presParOf" srcId="{965FD1E2-54A4-4905-B677-A94081516774}" destId="{942A9332-1D22-4858-A8DA-5D1AF35B7B39}" srcOrd="0" destOrd="0" presId="urn:microsoft.com/office/officeart/2018/2/layout/IconLabelList"/>
    <dgm:cxn modelId="{9FD96216-7453-475E-876A-F680334F7CD1}" type="presParOf" srcId="{965FD1E2-54A4-4905-B677-A94081516774}" destId="{2C9654E7-1428-4298-9A7F-84B7A63A163E}" srcOrd="1" destOrd="0" presId="urn:microsoft.com/office/officeart/2018/2/layout/IconLabelList"/>
    <dgm:cxn modelId="{CC265BDA-71B4-406B-BF7B-4D4D3B48BCDB}" type="presParOf" srcId="{965FD1E2-54A4-4905-B677-A94081516774}" destId="{D2785414-209E-42F9-8B28-6EFE63439825}" srcOrd="2" destOrd="0" presId="urn:microsoft.com/office/officeart/2018/2/layout/IconLabelList"/>
    <dgm:cxn modelId="{89825C33-C81E-4D2C-8A56-5EE775CA2C25}" type="presParOf" srcId="{8AAA7F2E-3CF7-4AF2-B761-D964E5882EF8}" destId="{11BE00C0-EE46-4CA6-BC2F-15BA231C356B}" srcOrd="5" destOrd="0" presId="urn:microsoft.com/office/officeart/2018/2/layout/IconLabelList"/>
    <dgm:cxn modelId="{97321F6B-4D49-47C0-A582-76E2C74CE289}" type="presParOf" srcId="{8AAA7F2E-3CF7-4AF2-B761-D964E5882EF8}" destId="{CC421009-D364-4309-A33C-0671A26A4005}" srcOrd="6" destOrd="0" presId="urn:microsoft.com/office/officeart/2018/2/layout/IconLabelList"/>
    <dgm:cxn modelId="{4643F7DD-8F25-4201-8701-5B20E8AD976B}" type="presParOf" srcId="{CC421009-D364-4309-A33C-0671A26A4005}" destId="{9A844A57-DDB0-4AD6-A2B0-CD084FAA999B}" srcOrd="0" destOrd="0" presId="urn:microsoft.com/office/officeart/2018/2/layout/IconLabelList"/>
    <dgm:cxn modelId="{C4C86A48-8584-4A85-A77F-81E0C0528AC5}" type="presParOf" srcId="{CC421009-D364-4309-A33C-0671A26A4005}" destId="{F227292B-4B2C-4DDE-BDEE-B183687318C1}" srcOrd="1" destOrd="0" presId="urn:microsoft.com/office/officeart/2018/2/layout/IconLabelList"/>
    <dgm:cxn modelId="{EA986D41-9CB9-48C7-ADA0-A571E8CF0AB8}" type="presParOf" srcId="{CC421009-D364-4309-A33C-0671A26A4005}" destId="{2B3EE5D2-A325-49A6-95EF-79608B5002D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5CE6E3E-9714-41DD-89A0-739CC2AA3D5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C5D70BC-9C6A-48BF-9678-A61EA5B18F9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Input Layer: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 Text, Voice, Image, Multilingual.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0177D64-6A94-45A9-84FC-56E72857437F}" type="parTrans" cxnId="{F130B22F-1484-4622-87D7-51838797A78C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A4F2652-E640-4868-ABFE-6D0A6EE4882D}" type="sibTrans" cxnId="{F130B22F-1484-4622-87D7-51838797A78C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FA4DFF4-C577-4F22-ADFE-1AD91B94441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Processing Layer: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 Sentence Transformers / OpenCLIP -&gt; FAISS Index.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AA34C92-27B3-4724-88AC-0077BFC6DA2A}" type="parTrans" cxnId="{D5C47FF1-DF67-4C01-AFC5-B4A3757E00B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352C1D3-5268-4402-BBDA-AD5FD1B487E5}" type="sibTrans" cxnId="{D5C47FF1-DF67-4C01-AFC5-B4A3757E00B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DE8716E-DCFF-46E4-9B05-FFE770EAB21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Ranking Layer: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 Hybrid Scoring (Semantic + Keyword + Filters).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E3BD90F-0B11-4004-8D9A-61567C48DA68}" type="parTrans" cxnId="{125CFD32-C808-45D0-9B60-6761D096D7B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7C4CFCA-DAE3-43AC-83CA-DBBCA42BC80F}" type="sibTrans" cxnId="{125CFD32-C808-45D0-9B60-6761D096D7B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EA56369-E042-4B92-A8F3-3B73E38803C6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Generation Layer: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 LLM (Phi-3) for Explanations.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28DE8A7-7824-4684-ADE8-42DBB2368ADC}" type="parTrans" cxnId="{34132C5F-388B-450F-972C-BF38C92C3F87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17F33C1-EFC1-4CEE-ADBA-2DD0EFDBE03E}" type="sibTrans" cxnId="{34132C5F-388B-450F-972C-BF38C92C3F87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37F7E8-3084-4E82-AD35-60109B89132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Output Layer: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 Ranked products with descriptions.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1B000D1-AD78-434F-8E87-E4BDED857B92}" type="parTrans" cxnId="{64F78B5D-8079-4550-B0E9-89D277F43F50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2DB265B-5619-438B-9630-B442C72ED7E8}" type="sibTrans" cxnId="{64F78B5D-8079-4550-B0E9-89D277F43F50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B4EE8F1-7992-46BB-B89C-5C880DC81228}" type="pres">
      <dgm:prSet presAssocID="{A5CE6E3E-9714-41DD-89A0-739CC2AA3D5A}" presName="root" presStyleCnt="0">
        <dgm:presLayoutVars>
          <dgm:dir/>
          <dgm:resizeHandles val="exact"/>
        </dgm:presLayoutVars>
      </dgm:prSet>
      <dgm:spPr/>
    </dgm:pt>
    <dgm:pt modelId="{AD30D6E2-09A7-4456-A756-F39FCB2047F3}" type="pres">
      <dgm:prSet presAssocID="{FC5D70BC-9C6A-48BF-9678-A61EA5B18F92}" presName="compNode" presStyleCnt="0"/>
      <dgm:spPr/>
    </dgm:pt>
    <dgm:pt modelId="{30A9D506-69F1-405D-B02D-7E2ECB990EF9}" type="pres">
      <dgm:prSet presAssocID="{FC5D70BC-9C6A-48BF-9678-A61EA5B18F92}" presName="bgRect" presStyleLbl="bgShp" presStyleIdx="0" presStyleCnt="5"/>
      <dgm:spPr/>
    </dgm:pt>
    <dgm:pt modelId="{AE8257B2-156D-4715-B1D8-ED57508A23BB}" type="pres">
      <dgm:prSet presAssocID="{FC5D70BC-9C6A-48BF-9678-A61EA5B18F92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ar"/>
        </a:ext>
      </dgm:extLst>
    </dgm:pt>
    <dgm:pt modelId="{D4B45514-6018-48F1-B76C-D0309A585716}" type="pres">
      <dgm:prSet presAssocID="{FC5D70BC-9C6A-48BF-9678-A61EA5B18F92}" presName="spaceRect" presStyleCnt="0"/>
      <dgm:spPr/>
    </dgm:pt>
    <dgm:pt modelId="{3ED102E0-3427-4460-BA91-A0641DD26869}" type="pres">
      <dgm:prSet presAssocID="{FC5D70BC-9C6A-48BF-9678-A61EA5B18F92}" presName="parTx" presStyleLbl="revTx" presStyleIdx="0" presStyleCnt="5">
        <dgm:presLayoutVars>
          <dgm:chMax val="0"/>
          <dgm:chPref val="0"/>
        </dgm:presLayoutVars>
      </dgm:prSet>
      <dgm:spPr/>
    </dgm:pt>
    <dgm:pt modelId="{03BEAF2C-EDD2-4BD0-9AFB-8DDFA194587C}" type="pres">
      <dgm:prSet presAssocID="{0A4F2652-E640-4868-ABFE-6D0A6EE4882D}" presName="sibTrans" presStyleCnt="0"/>
      <dgm:spPr/>
    </dgm:pt>
    <dgm:pt modelId="{91535AB8-49FB-4B40-9945-17D82A004241}" type="pres">
      <dgm:prSet presAssocID="{EFA4DFF4-C577-4F22-ADFE-1AD91B94441E}" presName="compNode" presStyleCnt="0"/>
      <dgm:spPr/>
    </dgm:pt>
    <dgm:pt modelId="{E9C86630-1B2C-4D2B-AABD-BDC17E803233}" type="pres">
      <dgm:prSet presAssocID="{EFA4DFF4-C577-4F22-ADFE-1AD91B94441E}" presName="bgRect" presStyleLbl="bgShp" presStyleIdx="1" presStyleCnt="5"/>
      <dgm:spPr/>
    </dgm:pt>
    <dgm:pt modelId="{D963AEA0-1621-4E06-A5F7-4E876A1A4395}" type="pres">
      <dgm:prSet presAssocID="{EFA4DFF4-C577-4F22-ADFE-1AD91B94441E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FF549535-49DD-4E87-B6EE-1ABA0685648C}" type="pres">
      <dgm:prSet presAssocID="{EFA4DFF4-C577-4F22-ADFE-1AD91B94441E}" presName="spaceRect" presStyleCnt="0"/>
      <dgm:spPr/>
    </dgm:pt>
    <dgm:pt modelId="{512540F8-7CA0-42CE-8172-5EA0C55828C9}" type="pres">
      <dgm:prSet presAssocID="{EFA4DFF4-C577-4F22-ADFE-1AD91B94441E}" presName="parTx" presStyleLbl="revTx" presStyleIdx="1" presStyleCnt="5">
        <dgm:presLayoutVars>
          <dgm:chMax val="0"/>
          <dgm:chPref val="0"/>
        </dgm:presLayoutVars>
      </dgm:prSet>
      <dgm:spPr/>
    </dgm:pt>
    <dgm:pt modelId="{3495F433-9902-42D8-832C-8F0F4A263330}" type="pres">
      <dgm:prSet presAssocID="{A352C1D3-5268-4402-BBDA-AD5FD1B487E5}" presName="sibTrans" presStyleCnt="0"/>
      <dgm:spPr/>
    </dgm:pt>
    <dgm:pt modelId="{D29F088C-1367-4EB4-A4B7-88249143602A}" type="pres">
      <dgm:prSet presAssocID="{8DE8716E-DCFF-46E4-9B05-FFE770EAB21B}" presName="compNode" presStyleCnt="0"/>
      <dgm:spPr/>
    </dgm:pt>
    <dgm:pt modelId="{BA714B3E-F143-4AD6-BCE3-46ACC8895935}" type="pres">
      <dgm:prSet presAssocID="{8DE8716E-DCFF-46E4-9B05-FFE770EAB21B}" presName="bgRect" presStyleLbl="bgShp" presStyleIdx="2" presStyleCnt="5"/>
      <dgm:spPr/>
    </dgm:pt>
    <dgm:pt modelId="{E2B5C280-B8F7-4631-8900-13DF01F590E9}" type="pres">
      <dgm:prSet presAssocID="{8DE8716E-DCFF-46E4-9B05-FFE770EAB21B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B00D1F60-CBC0-4179-92FB-8965765C28DF}" type="pres">
      <dgm:prSet presAssocID="{8DE8716E-DCFF-46E4-9B05-FFE770EAB21B}" presName="spaceRect" presStyleCnt="0"/>
      <dgm:spPr/>
    </dgm:pt>
    <dgm:pt modelId="{2F290319-05F5-4749-8A4D-7789C31B7FFE}" type="pres">
      <dgm:prSet presAssocID="{8DE8716E-DCFF-46E4-9B05-FFE770EAB21B}" presName="parTx" presStyleLbl="revTx" presStyleIdx="2" presStyleCnt="5">
        <dgm:presLayoutVars>
          <dgm:chMax val="0"/>
          <dgm:chPref val="0"/>
        </dgm:presLayoutVars>
      </dgm:prSet>
      <dgm:spPr/>
    </dgm:pt>
    <dgm:pt modelId="{EFE63D3A-F66D-4F7D-B70D-7B50F0F814C3}" type="pres">
      <dgm:prSet presAssocID="{07C4CFCA-DAE3-43AC-83CA-DBBCA42BC80F}" presName="sibTrans" presStyleCnt="0"/>
      <dgm:spPr/>
    </dgm:pt>
    <dgm:pt modelId="{2EFA96F0-7A06-4800-B54F-B564E1E4C73B}" type="pres">
      <dgm:prSet presAssocID="{AEA56369-E042-4B92-A8F3-3B73E38803C6}" presName="compNode" presStyleCnt="0"/>
      <dgm:spPr/>
    </dgm:pt>
    <dgm:pt modelId="{01CA9CE6-EDF1-4296-9EF1-7705216FA216}" type="pres">
      <dgm:prSet presAssocID="{AEA56369-E042-4B92-A8F3-3B73E38803C6}" presName="bgRect" presStyleLbl="bgShp" presStyleIdx="3" presStyleCnt="5"/>
      <dgm:spPr/>
    </dgm:pt>
    <dgm:pt modelId="{7CCE7587-AC50-4FF0-AA3E-A12ED0855536}" type="pres">
      <dgm:prSet presAssocID="{AEA56369-E042-4B92-A8F3-3B73E38803C6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83D20751-DAA7-4D34-AB41-B61D359FFAA7}" type="pres">
      <dgm:prSet presAssocID="{AEA56369-E042-4B92-A8F3-3B73E38803C6}" presName="spaceRect" presStyleCnt="0"/>
      <dgm:spPr/>
    </dgm:pt>
    <dgm:pt modelId="{97AF7A6F-7EF8-48D9-B8A9-0417497D94E4}" type="pres">
      <dgm:prSet presAssocID="{AEA56369-E042-4B92-A8F3-3B73E38803C6}" presName="parTx" presStyleLbl="revTx" presStyleIdx="3" presStyleCnt="5">
        <dgm:presLayoutVars>
          <dgm:chMax val="0"/>
          <dgm:chPref val="0"/>
        </dgm:presLayoutVars>
      </dgm:prSet>
      <dgm:spPr/>
    </dgm:pt>
    <dgm:pt modelId="{9C521F46-09AA-4CE1-BC55-39717265893C}" type="pres">
      <dgm:prSet presAssocID="{B17F33C1-EFC1-4CEE-ADBA-2DD0EFDBE03E}" presName="sibTrans" presStyleCnt="0"/>
      <dgm:spPr/>
    </dgm:pt>
    <dgm:pt modelId="{22FEB462-DFA2-41A8-ACBC-26800F4C7EFB}" type="pres">
      <dgm:prSet presAssocID="{E737F7E8-3084-4E82-AD35-60109B891322}" presName="compNode" presStyleCnt="0"/>
      <dgm:spPr/>
    </dgm:pt>
    <dgm:pt modelId="{EEE4D095-5E9A-4332-809D-ECA8E8C2E2B9}" type="pres">
      <dgm:prSet presAssocID="{E737F7E8-3084-4E82-AD35-60109B891322}" presName="bgRect" presStyleLbl="bgShp" presStyleIdx="4" presStyleCnt="5"/>
      <dgm:spPr/>
    </dgm:pt>
    <dgm:pt modelId="{4E1B93DC-24D8-4CEA-B91F-76E7DC24F79E}" type="pres">
      <dgm:prSet presAssocID="{E737F7E8-3084-4E82-AD35-60109B891322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E16A04C3-B682-45AF-90E8-8EA67A039AAF}" type="pres">
      <dgm:prSet presAssocID="{E737F7E8-3084-4E82-AD35-60109B891322}" presName="spaceRect" presStyleCnt="0"/>
      <dgm:spPr/>
    </dgm:pt>
    <dgm:pt modelId="{13A3B5FB-CA6E-496B-8EF3-E8B616475D55}" type="pres">
      <dgm:prSet presAssocID="{E737F7E8-3084-4E82-AD35-60109B89132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130B22F-1484-4622-87D7-51838797A78C}" srcId="{A5CE6E3E-9714-41DD-89A0-739CC2AA3D5A}" destId="{FC5D70BC-9C6A-48BF-9678-A61EA5B18F92}" srcOrd="0" destOrd="0" parTransId="{40177D64-6A94-45A9-84FC-56E72857437F}" sibTransId="{0A4F2652-E640-4868-ABFE-6D0A6EE4882D}"/>
    <dgm:cxn modelId="{125CFD32-C808-45D0-9B60-6761D096D7B9}" srcId="{A5CE6E3E-9714-41DD-89A0-739CC2AA3D5A}" destId="{8DE8716E-DCFF-46E4-9B05-FFE770EAB21B}" srcOrd="2" destOrd="0" parTransId="{1E3BD90F-0B11-4004-8D9A-61567C48DA68}" sibTransId="{07C4CFCA-DAE3-43AC-83CA-DBBCA42BC80F}"/>
    <dgm:cxn modelId="{1644FF40-C6C0-437C-85E8-88403B333A52}" type="presOf" srcId="{E737F7E8-3084-4E82-AD35-60109B891322}" destId="{13A3B5FB-CA6E-496B-8EF3-E8B616475D55}" srcOrd="0" destOrd="0" presId="urn:microsoft.com/office/officeart/2018/2/layout/IconVerticalSolidList"/>
    <dgm:cxn modelId="{911DF25B-4421-49F7-B8BB-6C7DA6816B7F}" type="presOf" srcId="{EFA4DFF4-C577-4F22-ADFE-1AD91B94441E}" destId="{512540F8-7CA0-42CE-8172-5EA0C55828C9}" srcOrd="0" destOrd="0" presId="urn:microsoft.com/office/officeart/2018/2/layout/IconVerticalSolidList"/>
    <dgm:cxn modelId="{64F78B5D-8079-4550-B0E9-89D277F43F50}" srcId="{A5CE6E3E-9714-41DD-89A0-739CC2AA3D5A}" destId="{E737F7E8-3084-4E82-AD35-60109B891322}" srcOrd="4" destOrd="0" parTransId="{21B000D1-AD78-434F-8E87-E4BDED857B92}" sibTransId="{12DB265B-5619-438B-9630-B442C72ED7E8}"/>
    <dgm:cxn modelId="{34132C5F-388B-450F-972C-BF38C92C3F87}" srcId="{A5CE6E3E-9714-41DD-89A0-739CC2AA3D5A}" destId="{AEA56369-E042-4B92-A8F3-3B73E38803C6}" srcOrd="3" destOrd="0" parTransId="{228DE8A7-7824-4684-ADE8-42DBB2368ADC}" sibTransId="{B17F33C1-EFC1-4CEE-ADBA-2DD0EFDBE03E}"/>
    <dgm:cxn modelId="{E9829B70-5C9E-4A77-B649-82AB2F00B27A}" type="presOf" srcId="{AEA56369-E042-4B92-A8F3-3B73E38803C6}" destId="{97AF7A6F-7EF8-48D9-B8A9-0417497D94E4}" srcOrd="0" destOrd="0" presId="urn:microsoft.com/office/officeart/2018/2/layout/IconVerticalSolidList"/>
    <dgm:cxn modelId="{4E985674-F353-4DEE-846F-BCCB0C208ED7}" type="presOf" srcId="{FC5D70BC-9C6A-48BF-9678-A61EA5B18F92}" destId="{3ED102E0-3427-4460-BA91-A0641DD26869}" srcOrd="0" destOrd="0" presId="urn:microsoft.com/office/officeart/2018/2/layout/IconVerticalSolidList"/>
    <dgm:cxn modelId="{773A7DBF-CC0B-4BB4-8D17-C3A6247AE261}" type="presOf" srcId="{A5CE6E3E-9714-41DD-89A0-739CC2AA3D5A}" destId="{5B4EE8F1-7992-46BB-B89C-5C880DC81228}" srcOrd="0" destOrd="0" presId="urn:microsoft.com/office/officeart/2018/2/layout/IconVerticalSolidList"/>
    <dgm:cxn modelId="{2077E1D5-F56C-488B-9AB6-2407DA049467}" type="presOf" srcId="{8DE8716E-DCFF-46E4-9B05-FFE770EAB21B}" destId="{2F290319-05F5-4749-8A4D-7789C31B7FFE}" srcOrd="0" destOrd="0" presId="urn:microsoft.com/office/officeart/2018/2/layout/IconVerticalSolidList"/>
    <dgm:cxn modelId="{D5C47FF1-DF67-4C01-AFC5-B4A3757E00B4}" srcId="{A5CE6E3E-9714-41DD-89A0-739CC2AA3D5A}" destId="{EFA4DFF4-C577-4F22-ADFE-1AD91B94441E}" srcOrd="1" destOrd="0" parTransId="{BAA34C92-27B3-4724-88AC-0077BFC6DA2A}" sibTransId="{A352C1D3-5268-4402-BBDA-AD5FD1B487E5}"/>
    <dgm:cxn modelId="{E54F818D-F3D9-4A41-8CDB-3F1EE46B3931}" type="presParOf" srcId="{5B4EE8F1-7992-46BB-B89C-5C880DC81228}" destId="{AD30D6E2-09A7-4456-A756-F39FCB2047F3}" srcOrd="0" destOrd="0" presId="urn:microsoft.com/office/officeart/2018/2/layout/IconVerticalSolidList"/>
    <dgm:cxn modelId="{14601D59-2410-456C-B16B-8C466965B846}" type="presParOf" srcId="{AD30D6E2-09A7-4456-A756-F39FCB2047F3}" destId="{30A9D506-69F1-405D-B02D-7E2ECB990EF9}" srcOrd="0" destOrd="0" presId="urn:microsoft.com/office/officeart/2018/2/layout/IconVerticalSolidList"/>
    <dgm:cxn modelId="{81B96C21-3219-4BDF-BB80-0B5A7777622D}" type="presParOf" srcId="{AD30D6E2-09A7-4456-A756-F39FCB2047F3}" destId="{AE8257B2-156D-4715-B1D8-ED57508A23BB}" srcOrd="1" destOrd="0" presId="urn:microsoft.com/office/officeart/2018/2/layout/IconVerticalSolidList"/>
    <dgm:cxn modelId="{1517FF87-22B1-4775-B323-C407D54B52E2}" type="presParOf" srcId="{AD30D6E2-09A7-4456-A756-F39FCB2047F3}" destId="{D4B45514-6018-48F1-B76C-D0309A585716}" srcOrd="2" destOrd="0" presId="urn:microsoft.com/office/officeart/2018/2/layout/IconVerticalSolidList"/>
    <dgm:cxn modelId="{B1FB32E3-A1DF-4CE6-A117-B97E38C7B220}" type="presParOf" srcId="{AD30D6E2-09A7-4456-A756-F39FCB2047F3}" destId="{3ED102E0-3427-4460-BA91-A0641DD26869}" srcOrd="3" destOrd="0" presId="urn:microsoft.com/office/officeart/2018/2/layout/IconVerticalSolidList"/>
    <dgm:cxn modelId="{92DA4666-DBD2-490F-8C2B-F0D792BC7DE0}" type="presParOf" srcId="{5B4EE8F1-7992-46BB-B89C-5C880DC81228}" destId="{03BEAF2C-EDD2-4BD0-9AFB-8DDFA194587C}" srcOrd="1" destOrd="0" presId="urn:microsoft.com/office/officeart/2018/2/layout/IconVerticalSolidList"/>
    <dgm:cxn modelId="{8AEAB6DA-D1DE-42B9-AB7F-095F75302BF3}" type="presParOf" srcId="{5B4EE8F1-7992-46BB-B89C-5C880DC81228}" destId="{91535AB8-49FB-4B40-9945-17D82A004241}" srcOrd="2" destOrd="0" presId="urn:microsoft.com/office/officeart/2018/2/layout/IconVerticalSolidList"/>
    <dgm:cxn modelId="{0C7FDD46-4CB1-4108-A024-C85DC4AD59C0}" type="presParOf" srcId="{91535AB8-49FB-4B40-9945-17D82A004241}" destId="{E9C86630-1B2C-4D2B-AABD-BDC17E803233}" srcOrd="0" destOrd="0" presId="urn:microsoft.com/office/officeart/2018/2/layout/IconVerticalSolidList"/>
    <dgm:cxn modelId="{23526BDE-58EF-4A53-842A-B97DFD8D0B88}" type="presParOf" srcId="{91535AB8-49FB-4B40-9945-17D82A004241}" destId="{D963AEA0-1621-4E06-A5F7-4E876A1A4395}" srcOrd="1" destOrd="0" presId="urn:microsoft.com/office/officeart/2018/2/layout/IconVerticalSolidList"/>
    <dgm:cxn modelId="{F2ECE4B1-082E-45BB-8DA3-FB56EB718F4B}" type="presParOf" srcId="{91535AB8-49FB-4B40-9945-17D82A004241}" destId="{FF549535-49DD-4E87-B6EE-1ABA0685648C}" srcOrd="2" destOrd="0" presId="urn:microsoft.com/office/officeart/2018/2/layout/IconVerticalSolidList"/>
    <dgm:cxn modelId="{6DF3383B-CF83-43E8-A6A5-83903BD4920F}" type="presParOf" srcId="{91535AB8-49FB-4B40-9945-17D82A004241}" destId="{512540F8-7CA0-42CE-8172-5EA0C55828C9}" srcOrd="3" destOrd="0" presId="urn:microsoft.com/office/officeart/2018/2/layout/IconVerticalSolidList"/>
    <dgm:cxn modelId="{DE1E0F7F-7E3F-4F93-885D-7724A033D3F5}" type="presParOf" srcId="{5B4EE8F1-7992-46BB-B89C-5C880DC81228}" destId="{3495F433-9902-42D8-832C-8F0F4A263330}" srcOrd="3" destOrd="0" presId="urn:microsoft.com/office/officeart/2018/2/layout/IconVerticalSolidList"/>
    <dgm:cxn modelId="{45161F40-DB41-44FC-A65C-7E5B8D2E3257}" type="presParOf" srcId="{5B4EE8F1-7992-46BB-B89C-5C880DC81228}" destId="{D29F088C-1367-4EB4-A4B7-88249143602A}" srcOrd="4" destOrd="0" presId="urn:microsoft.com/office/officeart/2018/2/layout/IconVerticalSolidList"/>
    <dgm:cxn modelId="{68F0E9D7-8786-402B-9581-F3197B110E22}" type="presParOf" srcId="{D29F088C-1367-4EB4-A4B7-88249143602A}" destId="{BA714B3E-F143-4AD6-BCE3-46ACC8895935}" srcOrd="0" destOrd="0" presId="urn:microsoft.com/office/officeart/2018/2/layout/IconVerticalSolidList"/>
    <dgm:cxn modelId="{565AD4DE-57AC-4543-8D27-09B16AB7B06A}" type="presParOf" srcId="{D29F088C-1367-4EB4-A4B7-88249143602A}" destId="{E2B5C280-B8F7-4631-8900-13DF01F590E9}" srcOrd="1" destOrd="0" presId="urn:microsoft.com/office/officeart/2018/2/layout/IconVerticalSolidList"/>
    <dgm:cxn modelId="{F5FA9252-78FC-4C47-8026-50F75E8C8F62}" type="presParOf" srcId="{D29F088C-1367-4EB4-A4B7-88249143602A}" destId="{B00D1F60-CBC0-4179-92FB-8965765C28DF}" srcOrd="2" destOrd="0" presId="urn:microsoft.com/office/officeart/2018/2/layout/IconVerticalSolidList"/>
    <dgm:cxn modelId="{108EE1CE-6391-410E-9F97-658D1120D79C}" type="presParOf" srcId="{D29F088C-1367-4EB4-A4B7-88249143602A}" destId="{2F290319-05F5-4749-8A4D-7789C31B7FFE}" srcOrd="3" destOrd="0" presId="urn:microsoft.com/office/officeart/2018/2/layout/IconVerticalSolidList"/>
    <dgm:cxn modelId="{72002C75-BBBF-4045-AEF3-606921F02D35}" type="presParOf" srcId="{5B4EE8F1-7992-46BB-B89C-5C880DC81228}" destId="{EFE63D3A-F66D-4F7D-B70D-7B50F0F814C3}" srcOrd="5" destOrd="0" presId="urn:microsoft.com/office/officeart/2018/2/layout/IconVerticalSolidList"/>
    <dgm:cxn modelId="{DC66F332-0C2C-44D1-AEFE-A7F01352CD29}" type="presParOf" srcId="{5B4EE8F1-7992-46BB-B89C-5C880DC81228}" destId="{2EFA96F0-7A06-4800-B54F-B564E1E4C73B}" srcOrd="6" destOrd="0" presId="urn:microsoft.com/office/officeart/2018/2/layout/IconVerticalSolidList"/>
    <dgm:cxn modelId="{C1B7E588-0C06-4430-BDE0-5BDC82358EFA}" type="presParOf" srcId="{2EFA96F0-7A06-4800-B54F-B564E1E4C73B}" destId="{01CA9CE6-EDF1-4296-9EF1-7705216FA216}" srcOrd="0" destOrd="0" presId="urn:microsoft.com/office/officeart/2018/2/layout/IconVerticalSolidList"/>
    <dgm:cxn modelId="{D8F7315E-0DD1-4B87-8075-D7B97E550F45}" type="presParOf" srcId="{2EFA96F0-7A06-4800-B54F-B564E1E4C73B}" destId="{7CCE7587-AC50-4FF0-AA3E-A12ED0855536}" srcOrd="1" destOrd="0" presId="urn:microsoft.com/office/officeart/2018/2/layout/IconVerticalSolidList"/>
    <dgm:cxn modelId="{8720D73B-A717-4CF7-A0E7-E0FBE25B3584}" type="presParOf" srcId="{2EFA96F0-7A06-4800-B54F-B564E1E4C73B}" destId="{83D20751-DAA7-4D34-AB41-B61D359FFAA7}" srcOrd="2" destOrd="0" presId="urn:microsoft.com/office/officeart/2018/2/layout/IconVerticalSolidList"/>
    <dgm:cxn modelId="{D57732A5-10EE-42AB-94CE-0E9635CA19F3}" type="presParOf" srcId="{2EFA96F0-7A06-4800-B54F-B564E1E4C73B}" destId="{97AF7A6F-7EF8-48D9-B8A9-0417497D94E4}" srcOrd="3" destOrd="0" presId="urn:microsoft.com/office/officeart/2018/2/layout/IconVerticalSolidList"/>
    <dgm:cxn modelId="{18BD8E56-EE20-4593-B600-5123752A6686}" type="presParOf" srcId="{5B4EE8F1-7992-46BB-B89C-5C880DC81228}" destId="{9C521F46-09AA-4CE1-BC55-39717265893C}" srcOrd="7" destOrd="0" presId="urn:microsoft.com/office/officeart/2018/2/layout/IconVerticalSolidList"/>
    <dgm:cxn modelId="{D0730977-4800-4669-A5ED-826A8A785FA1}" type="presParOf" srcId="{5B4EE8F1-7992-46BB-B89C-5C880DC81228}" destId="{22FEB462-DFA2-41A8-ACBC-26800F4C7EFB}" srcOrd="8" destOrd="0" presId="urn:microsoft.com/office/officeart/2018/2/layout/IconVerticalSolidList"/>
    <dgm:cxn modelId="{009E6DA1-5DA2-46A2-A45E-7ADB40EE1F83}" type="presParOf" srcId="{22FEB462-DFA2-41A8-ACBC-26800F4C7EFB}" destId="{EEE4D095-5E9A-4332-809D-ECA8E8C2E2B9}" srcOrd="0" destOrd="0" presId="urn:microsoft.com/office/officeart/2018/2/layout/IconVerticalSolidList"/>
    <dgm:cxn modelId="{ADA7C443-FFE9-46D3-8846-B59C1F6E2F7B}" type="presParOf" srcId="{22FEB462-DFA2-41A8-ACBC-26800F4C7EFB}" destId="{4E1B93DC-24D8-4CEA-B91F-76E7DC24F79E}" srcOrd="1" destOrd="0" presId="urn:microsoft.com/office/officeart/2018/2/layout/IconVerticalSolidList"/>
    <dgm:cxn modelId="{62BA7AA9-CC78-4DDD-A057-2C92A8C469D9}" type="presParOf" srcId="{22FEB462-DFA2-41A8-ACBC-26800F4C7EFB}" destId="{E16A04C3-B682-45AF-90E8-8EA67A039AAF}" srcOrd="2" destOrd="0" presId="urn:microsoft.com/office/officeart/2018/2/layout/IconVerticalSolidList"/>
    <dgm:cxn modelId="{86D03E7A-D432-402E-B078-C9841410CC4C}" type="presParOf" srcId="{22FEB462-DFA2-41A8-ACBC-26800F4C7EFB}" destId="{13A3B5FB-CA6E-496B-8EF3-E8B616475D5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ABDA3BC-0EBF-40D3-80BB-477C596DAE0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8AAFD0C-36B6-45A3-BDF6-7E5AB9002D1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>
              <a:latin typeface="Times New Roman" panose="02020603050405020304" pitchFamily="18" charset="0"/>
              <a:cs typeface="Times New Roman" panose="02020603050405020304" pitchFamily="18" charset="0"/>
            </a:rPr>
            <a:t>Source:</a:t>
          </a:r>
          <a:r>
            <a:rPr 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 Merged multiple public datasets (Fashion, Electronics).</a:t>
          </a:r>
        </a:p>
      </dgm:t>
    </dgm:pt>
    <dgm:pt modelId="{E0E27CC8-6885-4272-B460-F55D019522B2}" type="parTrans" cxnId="{EE7A0BE2-0164-44A4-A4B5-1EE61C776721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F3D392E-F95E-421B-AE60-3C492E6B4FCB}" type="sibTrans" cxnId="{EE7A0BE2-0164-44A4-A4B5-1EE61C776721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0B0708C-B85D-4A6D-89C2-F71E4AD9C0B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>
              <a:latin typeface="Times New Roman" panose="02020603050405020304" pitchFamily="18" charset="0"/>
              <a:cs typeface="Times New Roman" panose="02020603050405020304" pitchFamily="18" charset="0"/>
            </a:rPr>
            <a:t>Size:</a:t>
          </a:r>
          <a:r>
            <a:rPr 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 Unified structured format.</a:t>
          </a:r>
        </a:p>
      </dgm:t>
    </dgm:pt>
    <dgm:pt modelId="{02CF9492-0D5B-47A3-9956-07004649450A}" type="parTrans" cxnId="{EEB3F8BC-E16B-446D-8A3B-89C5EE15B5B4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1948835-474D-4A9A-BD77-AEC8EBD7FA9E}" type="sibTrans" cxnId="{EEB3F8BC-E16B-446D-8A3B-89C5EE15B5B4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74CF3B9-5905-4D4D-A6F7-A8494D3BA92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Key Attributes: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 Title, Description, Price, Category, Image Path.</a:t>
          </a:r>
        </a:p>
      </dgm:t>
    </dgm:pt>
    <dgm:pt modelId="{1B05816F-F8AA-4688-B8AA-E87225E804BF}" type="parTrans" cxnId="{0D8F7565-030E-43BE-AAE5-F2283D0890E5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E603308-9486-4E30-B515-862162EF908C}" type="sibTrans" cxnId="{0D8F7565-030E-43BE-AAE5-F2283D0890E5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944F244-C21D-474E-8281-AB2FC23C32E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>
              <a:latin typeface="Times New Roman" panose="02020603050405020304" pitchFamily="18" charset="0"/>
              <a:cs typeface="Times New Roman" panose="02020603050405020304" pitchFamily="18" charset="0"/>
            </a:rPr>
            <a:t>Engineered Feature:</a:t>
          </a:r>
          <a:r>
            <a:rPr 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 search_text (Combined title+desc+tags for better embeddings).</a:t>
          </a:r>
        </a:p>
      </dgm:t>
    </dgm:pt>
    <dgm:pt modelId="{5155892A-6078-45A9-ADF9-F1C75F90A535}" type="parTrans" cxnId="{F874BD9F-2955-4CCA-8F59-4679EF9E5CFD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07FECCA-CFA1-40F4-9FE2-998A78D56456}" type="sibTrans" cxnId="{F874BD9F-2955-4CCA-8F59-4679EF9E5CFD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F5C5ED9-E464-46D7-BE29-EF4ADDFAC44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>
              <a:latin typeface="Times New Roman" panose="02020603050405020304" pitchFamily="18" charset="0"/>
              <a:cs typeface="Times New Roman" panose="02020603050405020304" pitchFamily="18" charset="0"/>
            </a:rPr>
            <a:t>Preprocessing:</a:t>
          </a:r>
          <a:r>
            <a:rPr 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 Cleaning, deduplication, standardization.</a:t>
          </a:r>
        </a:p>
      </dgm:t>
    </dgm:pt>
    <dgm:pt modelId="{E5233FE4-65AD-46C1-BF84-CBA4D6D5DE39}" type="parTrans" cxnId="{7A5B1ACF-6046-4890-A194-EDFB0ABA2207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F0F5B31-5118-40B8-864D-07E530966B42}" type="sibTrans" cxnId="{7A5B1ACF-6046-4890-A194-EDFB0ABA2207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AE73024-485F-4C9A-BFE1-4904CD9C85BA}" type="pres">
      <dgm:prSet presAssocID="{4ABDA3BC-0EBF-40D3-80BB-477C596DAE0D}" presName="root" presStyleCnt="0">
        <dgm:presLayoutVars>
          <dgm:dir/>
          <dgm:resizeHandles val="exact"/>
        </dgm:presLayoutVars>
      </dgm:prSet>
      <dgm:spPr/>
    </dgm:pt>
    <dgm:pt modelId="{075806FB-C051-46DA-9558-B2CEB301BB14}" type="pres">
      <dgm:prSet presAssocID="{A8AAFD0C-36B6-45A3-BDF6-7E5AB9002D1C}" presName="compNode" presStyleCnt="0"/>
      <dgm:spPr/>
    </dgm:pt>
    <dgm:pt modelId="{D224F8B3-2B61-48A1-B319-B84EDE98B8C3}" type="pres">
      <dgm:prSet presAssocID="{A8AAFD0C-36B6-45A3-BDF6-7E5AB9002D1C}" presName="bgRect" presStyleLbl="bgShp" presStyleIdx="0" presStyleCnt="5"/>
      <dgm:spPr/>
    </dgm:pt>
    <dgm:pt modelId="{7B687993-A0CD-458E-92A9-05EC9379BC71}" type="pres">
      <dgm:prSet presAssocID="{A8AAFD0C-36B6-45A3-BDF6-7E5AB9002D1C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2B977E31-F0E4-4BF6-B722-0E0DAAF71565}" type="pres">
      <dgm:prSet presAssocID="{A8AAFD0C-36B6-45A3-BDF6-7E5AB9002D1C}" presName="spaceRect" presStyleCnt="0"/>
      <dgm:spPr/>
    </dgm:pt>
    <dgm:pt modelId="{D45BBF3C-0D0C-4F2A-8ADD-EA781E1DEF85}" type="pres">
      <dgm:prSet presAssocID="{A8AAFD0C-36B6-45A3-BDF6-7E5AB9002D1C}" presName="parTx" presStyleLbl="revTx" presStyleIdx="0" presStyleCnt="5">
        <dgm:presLayoutVars>
          <dgm:chMax val="0"/>
          <dgm:chPref val="0"/>
        </dgm:presLayoutVars>
      </dgm:prSet>
      <dgm:spPr/>
    </dgm:pt>
    <dgm:pt modelId="{5B520BF7-3025-484B-AAAC-2A5628A22309}" type="pres">
      <dgm:prSet presAssocID="{1F3D392E-F95E-421B-AE60-3C492E6B4FCB}" presName="sibTrans" presStyleCnt="0"/>
      <dgm:spPr/>
    </dgm:pt>
    <dgm:pt modelId="{4931457F-8A00-4C97-856F-2924924BB252}" type="pres">
      <dgm:prSet presAssocID="{70B0708C-B85D-4A6D-89C2-F71E4AD9C0B8}" presName="compNode" presStyleCnt="0"/>
      <dgm:spPr/>
    </dgm:pt>
    <dgm:pt modelId="{CD4A3B5B-DAF6-4186-83F5-4A41E97E9650}" type="pres">
      <dgm:prSet presAssocID="{70B0708C-B85D-4A6D-89C2-F71E4AD9C0B8}" presName="bgRect" presStyleLbl="bgShp" presStyleIdx="1" presStyleCnt="5"/>
      <dgm:spPr/>
    </dgm:pt>
    <dgm:pt modelId="{7BE62CD8-E7F2-451C-9C94-35A503CC5B7B}" type="pres">
      <dgm:prSet presAssocID="{70B0708C-B85D-4A6D-89C2-F71E4AD9C0B8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EDFDB04A-6E0C-4C08-AAD6-90D35839FA1F}" type="pres">
      <dgm:prSet presAssocID="{70B0708C-B85D-4A6D-89C2-F71E4AD9C0B8}" presName="spaceRect" presStyleCnt="0"/>
      <dgm:spPr/>
    </dgm:pt>
    <dgm:pt modelId="{581C1D03-ECF5-4A6C-84B2-2968A7C49CFC}" type="pres">
      <dgm:prSet presAssocID="{70B0708C-B85D-4A6D-89C2-F71E4AD9C0B8}" presName="parTx" presStyleLbl="revTx" presStyleIdx="1" presStyleCnt="5">
        <dgm:presLayoutVars>
          <dgm:chMax val="0"/>
          <dgm:chPref val="0"/>
        </dgm:presLayoutVars>
      </dgm:prSet>
      <dgm:spPr/>
    </dgm:pt>
    <dgm:pt modelId="{3A471D2C-5963-4935-AF3E-EF8675F12580}" type="pres">
      <dgm:prSet presAssocID="{21948835-474D-4A9A-BD77-AEC8EBD7FA9E}" presName="sibTrans" presStyleCnt="0"/>
      <dgm:spPr/>
    </dgm:pt>
    <dgm:pt modelId="{FA4B42F9-C41A-4BF3-AE62-162484D0A8C8}" type="pres">
      <dgm:prSet presAssocID="{174CF3B9-5905-4D4D-A6F7-A8494D3BA92D}" presName="compNode" presStyleCnt="0"/>
      <dgm:spPr/>
    </dgm:pt>
    <dgm:pt modelId="{6244BD70-A4F6-4136-ADED-32440AAA8E95}" type="pres">
      <dgm:prSet presAssocID="{174CF3B9-5905-4D4D-A6F7-A8494D3BA92D}" presName="bgRect" presStyleLbl="bgShp" presStyleIdx="2" presStyleCnt="5"/>
      <dgm:spPr/>
    </dgm:pt>
    <dgm:pt modelId="{A57FCA62-750D-4BF5-9BB6-89B7146181F1}" type="pres">
      <dgm:prSet presAssocID="{174CF3B9-5905-4D4D-A6F7-A8494D3BA92D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2CA53075-D2FA-42AB-86BC-56C18266583B}" type="pres">
      <dgm:prSet presAssocID="{174CF3B9-5905-4D4D-A6F7-A8494D3BA92D}" presName="spaceRect" presStyleCnt="0"/>
      <dgm:spPr/>
    </dgm:pt>
    <dgm:pt modelId="{F3C249DF-A21B-4D5A-B3E3-B12336FF26AD}" type="pres">
      <dgm:prSet presAssocID="{174CF3B9-5905-4D4D-A6F7-A8494D3BA92D}" presName="parTx" presStyleLbl="revTx" presStyleIdx="2" presStyleCnt="5">
        <dgm:presLayoutVars>
          <dgm:chMax val="0"/>
          <dgm:chPref val="0"/>
        </dgm:presLayoutVars>
      </dgm:prSet>
      <dgm:spPr/>
    </dgm:pt>
    <dgm:pt modelId="{4BF9F8D7-9CE7-4549-90E0-3B3CCA8F39A3}" type="pres">
      <dgm:prSet presAssocID="{CE603308-9486-4E30-B515-862162EF908C}" presName="sibTrans" presStyleCnt="0"/>
      <dgm:spPr/>
    </dgm:pt>
    <dgm:pt modelId="{F7F21084-053B-465C-8503-56329F1E4E3F}" type="pres">
      <dgm:prSet presAssocID="{B944F244-C21D-474E-8281-AB2FC23C32E3}" presName="compNode" presStyleCnt="0"/>
      <dgm:spPr/>
    </dgm:pt>
    <dgm:pt modelId="{03A5FC74-44AA-4B0D-9113-71DC265836E5}" type="pres">
      <dgm:prSet presAssocID="{B944F244-C21D-474E-8281-AB2FC23C32E3}" presName="bgRect" presStyleLbl="bgShp" presStyleIdx="3" presStyleCnt="5"/>
      <dgm:spPr/>
    </dgm:pt>
    <dgm:pt modelId="{73D9B199-9BA7-4420-AE83-60AFEF986256}" type="pres">
      <dgm:prSet presAssocID="{B944F244-C21D-474E-8281-AB2FC23C32E3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0534F0C1-57B6-4114-A997-3ADFAE840D31}" type="pres">
      <dgm:prSet presAssocID="{B944F244-C21D-474E-8281-AB2FC23C32E3}" presName="spaceRect" presStyleCnt="0"/>
      <dgm:spPr/>
    </dgm:pt>
    <dgm:pt modelId="{62F049ED-8A57-45DF-9CDA-4B32241174F6}" type="pres">
      <dgm:prSet presAssocID="{B944F244-C21D-474E-8281-AB2FC23C32E3}" presName="parTx" presStyleLbl="revTx" presStyleIdx="3" presStyleCnt="5">
        <dgm:presLayoutVars>
          <dgm:chMax val="0"/>
          <dgm:chPref val="0"/>
        </dgm:presLayoutVars>
      </dgm:prSet>
      <dgm:spPr/>
    </dgm:pt>
    <dgm:pt modelId="{85DA7E8B-085B-4947-94FA-2371D5D398B6}" type="pres">
      <dgm:prSet presAssocID="{C07FECCA-CFA1-40F4-9FE2-998A78D56456}" presName="sibTrans" presStyleCnt="0"/>
      <dgm:spPr/>
    </dgm:pt>
    <dgm:pt modelId="{0D69B842-71B8-4E38-88FA-78D6051F6F2F}" type="pres">
      <dgm:prSet presAssocID="{3F5C5ED9-E464-46D7-BE29-EF4ADDFAC44D}" presName="compNode" presStyleCnt="0"/>
      <dgm:spPr/>
    </dgm:pt>
    <dgm:pt modelId="{5A73B48C-57B6-4C97-805B-F551CD489F89}" type="pres">
      <dgm:prSet presAssocID="{3F5C5ED9-E464-46D7-BE29-EF4ADDFAC44D}" presName="bgRect" presStyleLbl="bgShp" presStyleIdx="4" presStyleCnt="5"/>
      <dgm:spPr/>
    </dgm:pt>
    <dgm:pt modelId="{F287E7FD-CA32-4F44-BC19-0F73D1D6C035}" type="pres">
      <dgm:prSet presAssocID="{3F5C5ED9-E464-46D7-BE29-EF4ADDFAC44D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89173DA9-6E56-40D0-86C4-B1647276B4A2}" type="pres">
      <dgm:prSet presAssocID="{3F5C5ED9-E464-46D7-BE29-EF4ADDFAC44D}" presName="spaceRect" presStyleCnt="0"/>
      <dgm:spPr/>
    </dgm:pt>
    <dgm:pt modelId="{6C4B69B1-7F7D-4637-B97B-38D37C54F4DC}" type="pres">
      <dgm:prSet presAssocID="{3F5C5ED9-E464-46D7-BE29-EF4ADDFAC44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991A83E-E996-4189-B950-87BB06C65996}" type="presOf" srcId="{4ABDA3BC-0EBF-40D3-80BB-477C596DAE0D}" destId="{6AE73024-485F-4C9A-BFE1-4904CD9C85BA}" srcOrd="0" destOrd="0" presId="urn:microsoft.com/office/officeart/2018/2/layout/IconVerticalSolidList"/>
    <dgm:cxn modelId="{0D8F7565-030E-43BE-AAE5-F2283D0890E5}" srcId="{4ABDA3BC-0EBF-40D3-80BB-477C596DAE0D}" destId="{174CF3B9-5905-4D4D-A6F7-A8494D3BA92D}" srcOrd="2" destOrd="0" parTransId="{1B05816F-F8AA-4688-B8AA-E87225E804BF}" sibTransId="{CE603308-9486-4E30-B515-862162EF908C}"/>
    <dgm:cxn modelId="{1486C84E-413A-444B-8075-242F0DD8D4B5}" type="presOf" srcId="{B944F244-C21D-474E-8281-AB2FC23C32E3}" destId="{62F049ED-8A57-45DF-9CDA-4B32241174F6}" srcOrd="0" destOrd="0" presId="urn:microsoft.com/office/officeart/2018/2/layout/IconVerticalSolidList"/>
    <dgm:cxn modelId="{6D972E50-71D3-4CBB-AFE2-9DB1D6EFF0FF}" type="presOf" srcId="{174CF3B9-5905-4D4D-A6F7-A8494D3BA92D}" destId="{F3C249DF-A21B-4D5A-B3E3-B12336FF26AD}" srcOrd="0" destOrd="0" presId="urn:microsoft.com/office/officeart/2018/2/layout/IconVerticalSolidList"/>
    <dgm:cxn modelId="{255FCE99-620C-40D7-A574-A48C48D3978D}" type="presOf" srcId="{A8AAFD0C-36B6-45A3-BDF6-7E5AB9002D1C}" destId="{D45BBF3C-0D0C-4F2A-8ADD-EA781E1DEF85}" srcOrd="0" destOrd="0" presId="urn:microsoft.com/office/officeart/2018/2/layout/IconVerticalSolidList"/>
    <dgm:cxn modelId="{F874BD9F-2955-4CCA-8F59-4679EF9E5CFD}" srcId="{4ABDA3BC-0EBF-40D3-80BB-477C596DAE0D}" destId="{B944F244-C21D-474E-8281-AB2FC23C32E3}" srcOrd="3" destOrd="0" parTransId="{5155892A-6078-45A9-ADF9-F1C75F90A535}" sibTransId="{C07FECCA-CFA1-40F4-9FE2-998A78D56456}"/>
    <dgm:cxn modelId="{EEB3F8BC-E16B-446D-8A3B-89C5EE15B5B4}" srcId="{4ABDA3BC-0EBF-40D3-80BB-477C596DAE0D}" destId="{70B0708C-B85D-4A6D-89C2-F71E4AD9C0B8}" srcOrd="1" destOrd="0" parTransId="{02CF9492-0D5B-47A3-9956-07004649450A}" sibTransId="{21948835-474D-4A9A-BD77-AEC8EBD7FA9E}"/>
    <dgm:cxn modelId="{7A5B1ACF-6046-4890-A194-EDFB0ABA2207}" srcId="{4ABDA3BC-0EBF-40D3-80BB-477C596DAE0D}" destId="{3F5C5ED9-E464-46D7-BE29-EF4ADDFAC44D}" srcOrd="4" destOrd="0" parTransId="{E5233FE4-65AD-46C1-BF84-CBA4D6D5DE39}" sibTransId="{AF0F5B31-5118-40B8-864D-07E530966B42}"/>
    <dgm:cxn modelId="{267CEEDB-9AB9-49BF-9D75-193AFEA247D1}" type="presOf" srcId="{3F5C5ED9-E464-46D7-BE29-EF4ADDFAC44D}" destId="{6C4B69B1-7F7D-4637-B97B-38D37C54F4DC}" srcOrd="0" destOrd="0" presId="urn:microsoft.com/office/officeart/2018/2/layout/IconVerticalSolidList"/>
    <dgm:cxn modelId="{EE7A0BE2-0164-44A4-A4B5-1EE61C776721}" srcId="{4ABDA3BC-0EBF-40D3-80BB-477C596DAE0D}" destId="{A8AAFD0C-36B6-45A3-BDF6-7E5AB9002D1C}" srcOrd="0" destOrd="0" parTransId="{E0E27CC8-6885-4272-B460-F55D019522B2}" sibTransId="{1F3D392E-F95E-421B-AE60-3C492E6B4FCB}"/>
    <dgm:cxn modelId="{19E968EB-E035-496E-B72B-4D5D4CAC2FE2}" type="presOf" srcId="{70B0708C-B85D-4A6D-89C2-F71E4AD9C0B8}" destId="{581C1D03-ECF5-4A6C-84B2-2968A7C49CFC}" srcOrd="0" destOrd="0" presId="urn:microsoft.com/office/officeart/2018/2/layout/IconVerticalSolidList"/>
    <dgm:cxn modelId="{847FE214-CCCF-4880-98D6-DFE620ED8BF4}" type="presParOf" srcId="{6AE73024-485F-4C9A-BFE1-4904CD9C85BA}" destId="{075806FB-C051-46DA-9558-B2CEB301BB14}" srcOrd="0" destOrd="0" presId="urn:microsoft.com/office/officeart/2018/2/layout/IconVerticalSolidList"/>
    <dgm:cxn modelId="{E7004B5A-71C4-441D-9FF0-8D1BDE7DC210}" type="presParOf" srcId="{075806FB-C051-46DA-9558-B2CEB301BB14}" destId="{D224F8B3-2B61-48A1-B319-B84EDE98B8C3}" srcOrd="0" destOrd="0" presId="urn:microsoft.com/office/officeart/2018/2/layout/IconVerticalSolidList"/>
    <dgm:cxn modelId="{15437AF5-DCC0-4F42-998E-9D5A3A76C15B}" type="presParOf" srcId="{075806FB-C051-46DA-9558-B2CEB301BB14}" destId="{7B687993-A0CD-458E-92A9-05EC9379BC71}" srcOrd="1" destOrd="0" presId="urn:microsoft.com/office/officeart/2018/2/layout/IconVerticalSolidList"/>
    <dgm:cxn modelId="{7D80EAFB-4F8A-412E-B818-DA63096E9CC3}" type="presParOf" srcId="{075806FB-C051-46DA-9558-B2CEB301BB14}" destId="{2B977E31-F0E4-4BF6-B722-0E0DAAF71565}" srcOrd="2" destOrd="0" presId="urn:microsoft.com/office/officeart/2018/2/layout/IconVerticalSolidList"/>
    <dgm:cxn modelId="{94F44E19-782B-4B0C-A560-3E44ED5F403B}" type="presParOf" srcId="{075806FB-C051-46DA-9558-B2CEB301BB14}" destId="{D45BBF3C-0D0C-4F2A-8ADD-EA781E1DEF85}" srcOrd="3" destOrd="0" presId="urn:microsoft.com/office/officeart/2018/2/layout/IconVerticalSolidList"/>
    <dgm:cxn modelId="{E10E109A-4FB8-411F-B161-3C7CE55CE066}" type="presParOf" srcId="{6AE73024-485F-4C9A-BFE1-4904CD9C85BA}" destId="{5B520BF7-3025-484B-AAAC-2A5628A22309}" srcOrd="1" destOrd="0" presId="urn:microsoft.com/office/officeart/2018/2/layout/IconVerticalSolidList"/>
    <dgm:cxn modelId="{E316801B-45B1-4B0D-968C-9F521E98E4A5}" type="presParOf" srcId="{6AE73024-485F-4C9A-BFE1-4904CD9C85BA}" destId="{4931457F-8A00-4C97-856F-2924924BB252}" srcOrd="2" destOrd="0" presId="urn:microsoft.com/office/officeart/2018/2/layout/IconVerticalSolidList"/>
    <dgm:cxn modelId="{C7E9192C-868B-480E-B1DB-24D0570006E6}" type="presParOf" srcId="{4931457F-8A00-4C97-856F-2924924BB252}" destId="{CD4A3B5B-DAF6-4186-83F5-4A41E97E9650}" srcOrd="0" destOrd="0" presId="urn:microsoft.com/office/officeart/2018/2/layout/IconVerticalSolidList"/>
    <dgm:cxn modelId="{3AE02DCA-F6A0-415E-BAA8-39AB55052AAF}" type="presParOf" srcId="{4931457F-8A00-4C97-856F-2924924BB252}" destId="{7BE62CD8-E7F2-451C-9C94-35A503CC5B7B}" srcOrd="1" destOrd="0" presId="urn:microsoft.com/office/officeart/2018/2/layout/IconVerticalSolidList"/>
    <dgm:cxn modelId="{192ED78B-1B41-4AA1-86D6-F6054DE6385A}" type="presParOf" srcId="{4931457F-8A00-4C97-856F-2924924BB252}" destId="{EDFDB04A-6E0C-4C08-AAD6-90D35839FA1F}" srcOrd="2" destOrd="0" presId="urn:microsoft.com/office/officeart/2018/2/layout/IconVerticalSolidList"/>
    <dgm:cxn modelId="{1F39D356-B3C5-412F-9F0C-F2D6323BD375}" type="presParOf" srcId="{4931457F-8A00-4C97-856F-2924924BB252}" destId="{581C1D03-ECF5-4A6C-84B2-2968A7C49CFC}" srcOrd="3" destOrd="0" presId="urn:microsoft.com/office/officeart/2018/2/layout/IconVerticalSolidList"/>
    <dgm:cxn modelId="{C15D1D3F-23F1-4B1C-A63B-BEC1E7568614}" type="presParOf" srcId="{6AE73024-485F-4C9A-BFE1-4904CD9C85BA}" destId="{3A471D2C-5963-4935-AF3E-EF8675F12580}" srcOrd="3" destOrd="0" presId="urn:microsoft.com/office/officeart/2018/2/layout/IconVerticalSolidList"/>
    <dgm:cxn modelId="{0A5C6E18-C995-4775-BEBE-B83DE83947C0}" type="presParOf" srcId="{6AE73024-485F-4C9A-BFE1-4904CD9C85BA}" destId="{FA4B42F9-C41A-4BF3-AE62-162484D0A8C8}" srcOrd="4" destOrd="0" presId="urn:microsoft.com/office/officeart/2018/2/layout/IconVerticalSolidList"/>
    <dgm:cxn modelId="{A1737098-1BBD-458C-8758-66F53C44B181}" type="presParOf" srcId="{FA4B42F9-C41A-4BF3-AE62-162484D0A8C8}" destId="{6244BD70-A4F6-4136-ADED-32440AAA8E95}" srcOrd="0" destOrd="0" presId="urn:microsoft.com/office/officeart/2018/2/layout/IconVerticalSolidList"/>
    <dgm:cxn modelId="{706B9482-75A5-4483-8392-2D68C2D70C44}" type="presParOf" srcId="{FA4B42F9-C41A-4BF3-AE62-162484D0A8C8}" destId="{A57FCA62-750D-4BF5-9BB6-89B7146181F1}" srcOrd="1" destOrd="0" presId="urn:microsoft.com/office/officeart/2018/2/layout/IconVerticalSolidList"/>
    <dgm:cxn modelId="{B15082B0-F356-4DCE-B78D-349E4EBEFF29}" type="presParOf" srcId="{FA4B42F9-C41A-4BF3-AE62-162484D0A8C8}" destId="{2CA53075-D2FA-42AB-86BC-56C18266583B}" srcOrd="2" destOrd="0" presId="urn:microsoft.com/office/officeart/2018/2/layout/IconVerticalSolidList"/>
    <dgm:cxn modelId="{8905C292-1AC2-4FC9-876D-039F82394EE6}" type="presParOf" srcId="{FA4B42F9-C41A-4BF3-AE62-162484D0A8C8}" destId="{F3C249DF-A21B-4D5A-B3E3-B12336FF26AD}" srcOrd="3" destOrd="0" presId="urn:microsoft.com/office/officeart/2018/2/layout/IconVerticalSolidList"/>
    <dgm:cxn modelId="{9FB5FDB0-6837-4A72-A85A-0D79584502A8}" type="presParOf" srcId="{6AE73024-485F-4C9A-BFE1-4904CD9C85BA}" destId="{4BF9F8D7-9CE7-4549-90E0-3B3CCA8F39A3}" srcOrd="5" destOrd="0" presId="urn:microsoft.com/office/officeart/2018/2/layout/IconVerticalSolidList"/>
    <dgm:cxn modelId="{C75307FD-048D-474A-B249-36DD2A87DF91}" type="presParOf" srcId="{6AE73024-485F-4C9A-BFE1-4904CD9C85BA}" destId="{F7F21084-053B-465C-8503-56329F1E4E3F}" srcOrd="6" destOrd="0" presId="urn:microsoft.com/office/officeart/2018/2/layout/IconVerticalSolidList"/>
    <dgm:cxn modelId="{8B43B89A-02F9-443E-9F09-0EE5AA9A8F32}" type="presParOf" srcId="{F7F21084-053B-465C-8503-56329F1E4E3F}" destId="{03A5FC74-44AA-4B0D-9113-71DC265836E5}" srcOrd="0" destOrd="0" presId="urn:microsoft.com/office/officeart/2018/2/layout/IconVerticalSolidList"/>
    <dgm:cxn modelId="{D568A8D1-F47A-44B7-8E38-057C7984CAD1}" type="presParOf" srcId="{F7F21084-053B-465C-8503-56329F1E4E3F}" destId="{73D9B199-9BA7-4420-AE83-60AFEF986256}" srcOrd="1" destOrd="0" presId="urn:microsoft.com/office/officeart/2018/2/layout/IconVerticalSolidList"/>
    <dgm:cxn modelId="{D257B99A-25F6-4E48-81B6-832F8EE93FDE}" type="presParOf" srcId="{F7F21084-053B-465C-8503-56329F1E4E3F}" destId="{0534F0C1-57B6-4114-A997-3ADFAE840D31}" srcOrd="2" destOrd="0" presId="urn:microsoft.com/office/officeart/2018/2/layout/IconVerticalSolidList"/>
    <dgm:cxn modelId="{41488BEC-9F74-497A-B0AA-E758884A7AE8}" type="presParOf" srcId="{F7F21084-053B-465C-8503-56329F1E4E3F}" destId="{62F049ED-8A57-45DF-9CDA-4B32241174F6}" srcOrd="3" destOrd="0" presId="urn:microsoft.com/office/officeart/2018/2/layout/IconVerticalSolidList"/>
    <dgm:cxn modelId="{9DE5A57F-22BB-48D7-8B13-08EB81FFA22A}" type="presParOf" srcId="{6AE73024-485F-4C9A-BFE1-4904CD9C85BA}" destId="{85DA7E8B-085B-4947-94FA-2371D5D398B6}" srcOrd="7" destOrd="0" presId="urn:microsoft.com/office/officeart/2018/2/layout/IconVerticalSolidList"/>
    <dgm:cxn modelId="{78BB1F5C-561E-4DFE-A014-06261E66A9B9}" type="presParOf" srcId="{6AE73024-485F-4C9A-BFE1-4904CD9C85BA}" destId="{0D69B842-71B8-4E38-88FA-78D6051F6F2F}" srcOrd="8" destOrd="0" presId="urn:microsoft.com/office/officeart/2018/2/layout/IconVerticalSolidList"/>
    <dgm:cxn modelId="{CA877E31-0894-4A0D-9CCD-9B06E936D5C5}" type="presParOf" srcId="{0D69B842-71B8-4E38-88FA-78D6051F6F2F}" destId="{5A73B48C-57B6-4C97-805B-F551CD489F89}" srcOrd="0" destOrd="0" presId="urn:microsoft.com/office/officeart/2018/2/layout/IconVerticalSolidList"/>
    <dgm:cxn modelId="{4B465472-A50A-4C33-99A5-23712F6CE7D5}" type="presParOf" srcId="{0D69B842-71B8-4E38-88FA-78D6051F6F2F}" destId="{F287E7FD-CA32-4F44-BC19-0F73D1D6C035}" srcOrd="1" destOrd="0" presId="urn:microsoft.com/office/officeart/2018/2/layout/IconVerticalSolidList"/>
    <dgm:cxn modelId="{D9591BDF-0DC1-4D1A-B5A4-78A0E5C5C9E0}" type="presParOf" srcId="{0D69B842-71B8-4E38-88FA-78D6051F6F2F}" destId="{89173DA9-6E56-40D0-86C4-B1647276B4A2}" srcOrd="2" destOrd="0" presId="urn:microsoft.com/office/officeart/2018/2/layout/IconVerticalSolidList"/>
    <dgm:cxn modelId="{1060B63A-761A-4A15-8BC9-0157FBED1757}" type="presParOf" srcId="{0D69B842-71B8-4E38-88FA-78D6051F6F2F}" destId="{6C4B69B1-7F7D-4637-B97B-38D37C54F4D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FB738B1-912A-4E35-A4A2-D942EE5EA8CA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6681BF8-76CF-42E6-A774-983EFB674F7C}">
      <dgm:prSet/>
      <dgm:spPr/>
      <dgm:t>
        <a:bodyPr/>
        <a:lstStyle/>
        <a:p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Text Embeddings: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3A35258-AAD2-4681-A7CF-42B6DC383516}" type="parTrans" cxnId="{498F6DE8-FCAC-4971-A3A9-A5E306E76F8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7341392-D3CD-45FF-B2F5-B39227920EF1}" type="sibTrans" cxnId="{498F6DE8-FCAC-4971-A3A9-A5E306E76F8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EF4DC70-078E-43E5-8EFA-1DA47C5E3DA2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Model: BAAI/bge-small-en-v1.5.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2428F26-A294-446C-A225-DF13AB3EEA88}" type="parTrans" cxnId="{89B22052-6F9F-4E34-9F96-3A0247C7A3A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678AE17-F77B-48E2-AAB3-978E816D4D80}" type="sibTrans" cxnId="{89B22052-6F9F-4E34-9F96-3A0247C7A3A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ECC9EC6-0109-4776-A92C-741DE0C2FF9D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Output: 384/768-dim vectors capturing semantic meaning.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DCB5854-1E38-404A-8D6C-A5D792A2C899}" type="parTrans" cxnId="{697906BB-1488-4718-BD46-0962E536753C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1CF47E9-7679-4CBD-9C2E-C20123187B47}" type="sibTrans" cxnId="{697906BB-1488-4718-BD46-0962E536753C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485AEE7-AE10-4022-948C-97630596DA97}">
      <dgm:prSet/>
      <dgm:spPr/>
      <dgm:t>
        <a:bodyPr/>
        <a:lstStyle/>
        <a:p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Image Embeddings: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14E47E4-F037-4736-87D7-ECF3E866152B}" type="parTrans" cxnId="{7EC35856-3110-4800-89EB-078C71A62E1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54965F8-509B-4FA8-8683-119E6984F8F1}" type="sibTrans" cxnId="{7EC35856-3110-4800-89EB-078C71A62E1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137B56-F6F9-4781-8F81-B45E9761D03B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Model: OpenCLIP (ViT-B/32).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3CA5944-21FF-465E-8215-600597858D1E}" type="parTrans" cxnId="{6162B957-34A5-4FAC-8465-E045BDBE070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9691E71-987F-4A0D-A93C-7DD3E58F2EE0}" type="sibTrans" cxnId="{6162B957-34A5-4FAC-8465-E045BDBE070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0F1CD98-F851-4781-96BF-C2A108EC465A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Output: Visual feature vectors (color, shape, texture).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1E9BF0B-D86B-4EC7-9394-5FD9256CCCA3}" type="parTrans" cxnId="{3198E581-FC64-4BF2-A852-31D392F65327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1BF82DD-0F62-4B4A-A5C5-4C24DD5E6072}" type="sibTrans" cxnId="{3198E581-FC64-4BF2-A852-31D392F65327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8AC3DA6-5CBB-4061-A86E-BD0BBC4CDE64}">
      <dgm:prSet/>
      <dgm:spPr/>
      <dgm:t>
        <a:bodyPr/>
        <a:lstStyle/>
        <a:p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Optimization: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 GPU acceleration reduced time from 5-6 hours to minutes.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3616C63-42E8-4CF0-A897-583D87CAE39A}" type="parTrans" cxnId="{4D89035D-9BF1-4AA2-BB33-4D4B9F2EB96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119C9B-9B3E-4487-B581-E9FE5B83BCBF}" type="sibTrans" cxnId="{4D89035D-9BF1-4AA2-BB33-4D4B9F2EB96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3D114A8-94BC-4F32-A898-67876A908CBD}" type="pres">
      <dgm:prSet presAssocID="{EFB738B1-912A-4E35-A4A2-D942EE5EA8CA}" presName="linear" presStyleCnt="0">
        <dgm:presLayoutVars>
          <dgm:dir/>
          <dgm:animLvl val="lvl"/>
          <dgm:resizeHandles val="exact"/>
        </dgm:presLayoutVars>
      </dgm:prSet>
      <dgm:spPr/>
    </dgm:pt>
    <dgm:pt modelId="{7690FE96-AC85-4B06-B180-38E1D789B025}" type="pres">
      <dgm:prSet presAssocID="{86681BF8-76CF-42E6-A774-983EFB674F7C}" presName="parentLin" presStyleCnt="0"/>
      <dgm:spPr/>
    </dgm:pt>
    <dgm:pt modelId="{6F391AB8-3175-4BBB-9129-F28C3660D726}" type="pres">
      <dgm:prSet presAssocID="{86681BF8-76CF-42E6-A774-983EFB674F7C}" presName="parentLeftMargin" presStyleLbl="node1" presStyleIdx="0" presStyleCnt="3"/>
      <dgm:spPr/>
    </dgm:pt>
    <dgm:pt modelId="{FF883DAD-3FFD-4004-A893-473A21F74245}" type="pres">
      <dgm:prSet presAssocID="{86681BF8-76CF-42E6-A774-983EFB674F7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8DF8935-5DB9-4BBB-8A08-BC52C7EF684A}" type="pres">
      <dgm:prSet presAssocID="{86681BF8-76CF-42E6-A774-983EFB674F7C}" presName="negativeSpace" presStyleCnt="0"/>
      <dgm:spPr/>
    </dgm:pt>
    <dgm:pt modelId="{1A534C75-DBD5-4D2F-A8ED-B45314B34C62}" type="pres">
      <dgm:prSet presAssocID="{86681BF8-76CF-42E6-A774-983EFB674F7C}" presName="childText" presStyleLbl="conFgAcc1" presStyleIdx="0" presStyleCnt="3">
        <dgm:presLayoutVars>
          <dgm:bulletEnabled val="1"/>
        </dgm:presLayoutVars>
      </dgm:prSet>
      <dgm:spPr/>
    </dgm:pt>
    <dgm:pt modelId="{D78FD52C-4448-411F-B583-D5E807C89425}" type="pres">
      <dgm:prSet presAssocID="{67341392-D3CD-45FF-B2F5-B39227920EF1}" presName="spaceBetweenRectangles" presStyleCnt="0"/>
      <dgm:spPr/>
    </dgm:pt>
    <dgm:pt modelId="{D3B18A4A-7598-4BC0-9670-37FCD878138C}" type="pres">
      <dgm:prSet presAssocID="{F485AEE7-AE10-4022-948C-97630596DA97}" presName="parentLin" presStyleCnt="0"/>
      <dgm:spPr/>
    </dgm:pt>
    <dgm:pt modelId="{12B7238D-4344-4B2F-A99D-5F40E989355A}" type="pres">
      <dgm:prSet presAssocID="{F485AEE7-AE10-4022-948C-97630596DA97}" presName="parentLeftMargin" presStyleLbl="node1" presStyleIdx="0" presStyleCnt="3"/>
      <dgm:spPr/>
    </dgm:pt>
    <dgm:pt modelId="{0BD186A6-7ECA-49B4-88A6-8B98FA1AEAFA}" type="pres">
      <dgm:prSet presAssocID="{F485AEE7-AE10-4022-948C-97630596DA9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9EE6992-9CCE-4308-9854-E09A7BE6ACEB}" type="pres">
      <dgm:prSet presAssocID="{F485AEE7-AE10-4022-948C-97630596DA97}" presName="negativeSpace" presStyleCnt="0"/>
      <dgm:spPr/>
    </dgm:pt>
    <dgm:pt modelId="{E128C01C-ED4E-4C29-A838-5F90CF518731}" type="pres">
      <dgm:prSet presAssocID="{F485AEE7-AE10-4022-948C-97630596DA97}" presName="childText" presStyleLbl="conFgAcc1" presStyleIdx="1" presStyleCnt="3">
        <dgm:presLayoutVars>
          <dgm:bulletEnabled val="1"/>
        </dgm:presLayoutVars>
      </dgm:prSet>
      <dgm:spPr/>
    </dgm:pt>
    <dgm:pt modelId="{A3197D17-B8BD-4CD9-A77D-D7A4C8D4E211}" type="pres">
      <dgm:prSet presAssocID="{554965F8-509B-4FA8-8683-119E6984F8F1}" presName="spaceBetweenRectangles" presStyleCnt="0"/>
      <dgm:spPr/>
    </dgm:pt>
    <dgm:pt modelId="{ED9986A8-3968-4DAD-81DD-FD9C94A5CA23}" type="pres">
      <dgm:prSet presAssocID="{98AC3DA6-5CBB-4061-A86E-BD0BBC4CDE64}" presName="parentLin" presStyleCnt="0"/>
      <dgm:spPr/>
    </dgm:pt>
    <dgm:pt modelId="{EA338510-CA9C-4002-9A18-7D5E789DEC68}" type="pres">
      <dgm:prSet presAssocID="{98AC3DA6-5CBB-4061-A86E-BD0BBC4CDE64}" presName="parentLeftMargin" presStyleLbl="node1" presStyleIdx="1" presStyleCnt="3"/>
      <dgm:spPr/>
    </dgm:pt>
    <dgm:pt modelId="{B458217F-6CCE-4526-B7AD-E8A552BB5D4B}" type="pres">
      <dgm:prSet presAssocID="{98AC3DA6-5CBB-4061-A86E-BD0BBC4CDE6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FC24509-08A4-45E2-AFFB-284A1F72374F}" type="pres">
      <dgm:prSet presAssocID="{98AC3DA6-5CBB-4061-A86E-BD0BBC4CDE64}" presName="negativeSpace" presStyleCnt="0"/>
      <dgm:spPr/>
    </dgm:pt>
    <dgm:pt modelId="{7B16E2AC-83D6-4909-9192-B880CA79845F}" type="pres">
      <dgm:prSet presAssocID="{98AC3DA6-5CBB-4061-A86E-BD0BBC4CDE6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15B6906-1DC3-4450-B074-128FE90B2506}" type="presOf" srcId="{F485AEE7-AE10-4022-948C-97630596DA97}" destId="{12B7238D-4344-4B2F-A99D-5F40E989355A}" srcOrd="0" destOrd="0" presId="urn:microsoft.com/office/officeart/2005/8/layout/list1"/>
    <dgm:cxn modelId="{699D201F-67E3-4423-847A-6A17FF3591C6}" type="presOf" srcId="{98AC3DA6-5CBB-4061-A86E-BD0BBC4CDE64}" destId="{B458217F-6CCE-4526-B7AD-E8A552BB5D4B}" srcOrd="1" destOrd="0" presId="urn:microsoft.com/office/officeart/2005/8/layout/list1"/>
    <dgm:cxn modelId="{79B5B71F-B27E-46A7-BFE8-F66B827A63F3}" type="presOf" srcId="{EEF4DC70-078E-43E5-8EFA-1DA47C5E3DA2}" destId="{1A534C75-DBD5-4D2F-A8ED-B45314B34C62}" srcOrd="0" destOrd="0" presId="urn:microsoft.com/office/officeart/2005/8/layout/list1"/>
    <dgm:cxn modelId="{2ED84525-766C-488C-8B68-1FFACDD3D1E1}" type="presOf" srcId="{98AC3DA6-5CBB-4061-A86E-BD0BBC4CDE64}" destId="{EA338510-CA9C-4002-9A18-7D5E789DEC68}" srcOrd="0" destOrd="0" presId="urn:microsoft.com/office/officeart/2005/8/layout/list1"/>
    <dgm:cxn modelId="{A43D1D3B-EA72-4668-AC52-A5DB58B97FD6}" type="presOf" srcId="{EFB738B1-912A-4E35-A4A2-D942EE5EA8CA}" destId="{43D114A8-94BC-4F32-A898-67876A908CBD}" srcOrd="0" destOrd="0" presId="urn:microsoft.com/office/officeart/2005/8/layout/list1"/>
    <dgm:cxn modelId="{4D89035D-9BF1-4AA2-BB33-4D4B9F2EB964}" srcId="{EFB738B1-912A-4E35-A4A2-D942EE5EA8CA}" destId="{98AC3DA6-5CBB-4061-A86E-BD0BBC4CDE64}" srcOrd="2" destOrd="0" parTransId="{53616C63-42E8-4CF0-A897-583D87CAE39A}" sibTransId="{0F119C9B-9B3E-4487-B581-E9FE5B83BCBF}"/>
    <dgm:cxn modelId="{69223C6B-21DB-4BA1-99CF-B62B98E67689}" type="presOf" srcId="{FECC9EC6-0109-4776-A92C-741DE0C2FF9D}" destId="{1A534C75-DBD5-4D2F-A8ED-B45314B34C62}" srcOrd="0" destOrd="1" presId="urn:microsoft.com/office/officeart/2005/8/layout/list1"/>
    <dgm:cxn modelId="{89B22052-6F9F-4E34-9F96-3A0247C7A3AF}" srcId="{86681BF8-76CF-42E6-A774-983EFB674F7C}" destId="{EEF4DC70-078E-43E5-8EFA-1DA47C5E3DA2}" srcOrd="0" destOrd="0" parTransId="{92428F26-A294-446C-A225-DF13AB3EEA88}" sibTransId="{F678AE17-F77B-48E2-AAB3-978E816D4D80}"/>
    <dgm:cxn modelId="{AA888952-64ED-47BE-9283-B5559BB0002F}" type="presOf" srcId="{86681BF8-76CF-42E6-A774-983EFB674F7C}" destId="{6F391AB8-3175-4BBB-9129-F28C3660D726}" srcOrd="0" destOrd="0" presId="urn:microsoft.com/office/officeart/2005/8/layout/list1"/>
    <dgm:cxn modelId="{7EC35856-3110-4800-89EB-078C71A62E1B}" srcId="{EFB738B1-912A-4E35-A4A2-D942EE5EA8CA}" destId="{F485AEE7-AE10-4022-948C-97630596DA97}" srcOrd="1" destOrd="0" parTransId="{914E47E4-F037-4736-87D7-ECF3E866152B}" sibTransId="{554965F8-509B-4FA8-8683-119E6984F8F1}"/>
    <dgm:cxn modelId="{6162B957-34A5-4FAC-8465-E045BDBE0704}" srcId="{F485AEE7-AE10-4022-948C-97630596DA97}" destId="{BB137B56-F6F9-4781-8F81-B45E9761D03B}" srcOrd="0" destOrd="0" parTransId="{D3CA5944-21FF-465E-8215-600597858D1E}" sibTransId="{F9691E71-987F-4A0D-A93C-7DD3E58F2EE0}"/>
    <dgm:cxn modelId="{3198E581-FC64-4BF2-A852-31D392F65327}" srcId="{F485AEE7-AE10-4022-948C-97630596DA97}" destId="{E0F1CD98-F851-4781-96BF-C2A108EC465A}" srcOrd="1" destOrd="0" parTransId="{41E9BF0B-D86B-4EC7-9394-5FD9256CCCA3}" sibTransId="{71BF82DD-0F62-4B4A-A5C5-4C24DD5E6072}"/>
    <dgm:cxn modelId="{B16E3085-2B1F-4674-A439-16CE69FCBE88}" type="presOf" srcId="{F485AEE7-AE10-4022-948C-97630596DA97}" destId="{0BD186A6-7ECA-49B4-88A6-8B98FA1AEAFA}" srcOrd="1" destOrd="0" presId="urn:microsoft.com/office/officeart/2005/8/layout/list1"/>
    <dgm:cxn modelId="{4F537692-811D-4531-ACEA-8EA58F3D6DAF}" type="presOf" srcId="{86681BF8-76CF-42E6-A774-983EFB674F7C}" destId="{FF883DAD-3FFD-4004-A893-473A21F74245}" srcOrd="1" destOrd="0" presId="urn:microsoft.com/office/officeart/2005/8/layout/list1"/>
    <dgm:cxn modelId="{035BF69E-E36D-4E06-AF21-E3ECDFE660E0}" type="presOf" srcId="{E0F1CD98-F851-4781-96BF-C2A108EC465A}" destId="{E128C01C-ED4E-4C29-A838-5F90CF518731}" srcOrd="0" destOrd="1" presId="urn:microsoft.com/office/officeart/2005/8/layout/list1"/>
    <dgm:cxn modelId="{078B96A9-5184-4074-B187-894F07140DA9}" type="presOf" srcId="{BB137B56-F6F9-4781-8F81-B45E9761D03B}" destId="{E128C01C-ED4E-4C29-A838-5F90CF518731}" srcOrd="0" destOrd="0" presId="urn:microsoft.com/office/officeart/2005/8/layout/list1"/>
    <dgm:cxn modelId="{697906BB-1488-4718-BD46-0962E536753C}" srcId="{86681BF8-76CF-42E6-A774-983EFB674F7C}" destId="{FECC9EC6-0109-4776-A92C-741DE0C2FF9D}" srcOrd="1" destOrd="0" parTransId="{8DCB5854-1E38-404A-8D6C-A5D792A2C899}" sibTransId="{61CF47E9-7679-4CBD-9C2E-C20123187B47}"/>
    <dgm:cxn modelId="{498F6DE8-FCAC-4971-A3A9-A5E306E76F86}" srcId="{EFB738B1-912A-4E35-A4A2-D942EE5EA8CA}" destId="{86681BF8-76CF-42E6-A774-983EFB674F7C}" srcOrd="0" destOrd="0" parTransId="{53A35258-AAD2-4681-A7CF-42B6DC383516}" sibTransId="{67341392-D3CD-45FF-B2F5-B39227920EF1}"/>
    <dgm:cxn modelId="{F99CD031-3682-455C-9C36-7F740E3ECFB4}" type="presParOf" srcId="{43D114A8-94BC-4F32-A898-67876A908CBD}" destId="{7690FE96-AC85-4B06-B180-38E1D789B025}" srcOrd="0" destOrd="0" presId="urn:microsoft.com/office/officeart/2005/8/layout/list1"/>
    <dgm:cxn modelId="{9E304E90-A363-4EE1-9480-05C5884C4DB6}" type="presParOf" srcId="{7690FE96-AC85-4B06-B180-38E1D789B025}" destId="{6F391AB8-3175-4BBB-9129-F28C3660D726}" srcOrd="0" destOrd="0" presId="urn:microsoft.com/office/officeart/2005/8/layout/list1"/>
    <dgm:cxn modelId="{CFA6012D-55D3-48D8-AF5F-318934612ED3}" type="presParOf" srcId="{7690FE96-AC85-4B06-B180-38E1D789B025}" destId="{FF883DAD-3FFD-4004-A893-473A21F74245}" srcOrd="1" destOrd="0" presId="urn:microsoft.com/office/officeart/2005/8/layout/list1"/>
    <dgm:cxn modelId="{49C86F12-0E36-4570-BD47-0B7CC67D73AC}" type="presParOf" srcId="{43D114A8-94BC-4F32-A898-67876A908CBD}" destId="{C8DF8935-5DB9-4BBB-8A08-BC52C7EF684A}" srcOrd="1" destOrd="0" presId="urn:microsoft.com/office/officeart/2005/8/layout/list1"/>
    <dgm:cxn modelId="{5322869E-AA44-42F6-AD63-3927B5FB9352}" type="presParOf" srcId="{43D114A8-94BC-4F32-A898-67876A908CBD}" destId="{1A534C75-DBD5-4D2F-A8ED-B45314B34C62}" srcOrd="2" destOrd="0" presId="urn:microsoft.com/office/officeart/2005/8/layout/list1"/>
    <dgm:cxn modelId="{519BDFB8-375E-4B0D-A423-EC8FDAE8D46E}" type="presParOf" srcId="{43D114A8-94BC-4F32-A898-67876A908CBD}" destId="{D78FD52C-4448-411F-B583-D5E807C89425}" srcOrd="3" destOrd="0" presId="urn:microsoft.com/office/officeart/2005/8/layout/list1"/>
    <dgm:cxn modelId="{999FBED4-2D5A-4A89-AED6-922B431918D3}" type="presParOf" srcId="{43D114A8-94BC-4F32-A898-67876A908CBD}" destId="{D3B18A4A-7598-4BC0-9670-37FCD878138C}" srcOrd="4" destOrd="0" presId="urn:microsoft.com/office/officeart/2005/8/layout/list1"/>
    <dgm:cxn modelId="{12BBFAFB-FF40-4D76-BEB1-CCD2E1BE6AA1}" type="presParOf" srcId="{D3B18A4A-7598-4BC0-9670-37FCD878138C}" destId="{12B7238D-4344-4B2F-A99D-5F40E989355A}" srcOrd="0" destOrd="0" presId="urn:microsoft.com/office/officeart/2005/8/layout/list1"/>
    <dgm:cxn modelId="{B3E9E74E-A1CD-4D45-A10C-D5012A68B940}" type="presParOf" srcId="{D3B18A4A-7598-4BC0-9670-37FCD878138C}" destId="{0BD186A6-7ECA-49B4-88A6-8B98FA1AEAFA}" srcOrd="1" destOrd="0" presId="urn:microsoft.com/office/officeart/2005/8/layout/list1"/>
    <dgm:cxn modelId="{F379C794-DE49-4B7B-B46E-911B25FF6220}" type="presParOf" srcId="{43D114A8-94BC-4F32-A898-67876A908CBD}" destId="{89EE6992-9CCE-4308-9854-E09A7BE6ACEB}" srcOrd="5" destOrd="0" presId="urn:microsoft.com/office/officeart/2005/8/layout/list1"/>
    <dgm:cxn modelId="{4E58B702-EAB0-4C5C-812D-ABC4E10E75C5}" type="presParOf" srcId="{43D114A8-94BC-4F32-A898-67876A908CBD}" destId="{E128C01C-ED4E-4C29-A838-5F90CF518731}" srcOrd="6" destOrd="0" presId="urn:microsoft.com/office/officeart/2005/8/layout/list1"/>
    <dgm:cxn modelId="{1EE8F6B0-9D63-4D8D-A25C-F753F59A50EB}" type="presParOf" srcId="{43D114A8-94BC-4F32-A898-67876A908CBD}" destId="{A3197D17-B8BD-4CD9-A77D-D7A4C8D4E211}" srcOrd="7" destOrd="0" presId="urn:microsoft.com/office/officeart/2005/8/layout/list1"/>
    <dgm:cxn modelId="{BC4E3DD9-0761-476C-9E08-F51590D53EF3}" type="presParOf" srcId="{43D114A8-94BC-4F32-A898-67876A908CBD}" destId="{ED9986A8-3968-4DAD-81DD-FD9C94A5CA23}" srcOrd="8" destOrd="0" presId="urn:microsoft.com/office/officeart/2005/8/layout/list1"/>
    <dgm:cxn modelId="{30810DDE-F792-4AEA-9609-5565E6AEEDAE}" type="presParOf" srcId="{ED9986A8-3968-4DAD-81DD-FD9C94A5CA23}" destId="{EA338510-CA9C-4002-9A18-7D5E789DEC68}" srcOrd="0" destOrd="0" presId="urn:microsoft.com/office/officeart/2005/8/layout/list1"/>
    <dgm:cxn modelId="{422EB186-4DE9-4553-A55D-59FFB5449591}" type="presParOf" srcId="{ED9986A8-3968-4DAD-81DD-FD9C94A5CA23}" destId="{B458217F-6CCE-4526-B7AD-E8A552BB5D4B}" srcOrd="1" destOrd="0" presId="urn:microsoft.com/office/officeart/2005/8/layout/list1"/>
    <dgm:cxn modelId="{179A3474-713E-43C3-A12B-CA84E244D657}" type="presParOf" srcId="{43D114A8-94BC-4F32-A898-67876A908CBD}" destId="{7FC24509-08A4-45E2-AFFB-284A1F72374F}" srcOrd="9" destOrd="0" presId="urn:microsoft.com/office/officeart/2005/8/layout/list1"/>
    <dgm:cxn modelId="{6A1AFF54-584D-48F3-B4CD-12C586025AA0}" type="presParOf" srcId="{43D114A8-94BC-4F32-A898-67876A908CBD}" destId="{7B16E2AC-83D6-4909-9192-B880CA79845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ABEB2D0-7C4F-4097-86BB-3C2F5B71F13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8B53E0B7-C59E-4180-AF69-02530618A603}">
      <dgm:prSet custT="1"/>
      <dgm:spPr/>
      <dgm:t>
        <a:bodyPr/>
        <a:lstStyle/>
        <a:p>
          <a:r>
            <a:rPr lang="en-IN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Why FAISS?</a:t>
          </a:r>
          <a:r>
            <a:rPr lang="en-I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 Enables Approximate Nearest </a:t>
          </a:r>
          <a:r>
            <a:rPr lang="en-IN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Neighbor</a:t>
          </a:r>
          <a:r>
            <a:rPr lang="en-IN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(ANN) search for millions of vectors in milliseconds.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07E8AA3-A274-4ACD-8ECD-FA629099CB34}" type="parTrans" cxnId="{59CACA6C-2319-4C69-9E11-D1BCEFF4CADA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1C6D518-378D-41CF-9A03-4123B2E38775}" type="sibTrans" cxnId="{59CACA6C-2319-4C69-9E11-D1BCEFF4CADA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7DFA11B-13DE-465F-8249-DC03C8DC4A41}">
      <dgm:prSet custT="1"/>
      <dgm:spPr/>
      <dgm:t>
        <a:bodyPr/>
        <a:lstStyle/>
        <a:p>
          <a:r>
            <a:rPr lang="en-IN" sz="2400" b="1">
              <a:latin typeface="Times New Roman" panose="02020603050405020304" pitchFamily="18" charset="0"/>
              <a:cs typeface="Times New Roman" panose="02020603050405020304" pitchFamily="18" charset="0"/>
            </a:rPr>
            <a:t>Implementation:</a:t>
          </a:r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296A5EE-CA9D-4DC5-83A3-623A42C586D6}" type="parTrans" cxnId="{1D6A5B10-B31F-4BCC-8CB2-070ADDE62B51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0BF92BD-257C-420F-B826-0E48338E8994}" type="sibTrans" cxnId="{1D6A5B10-B31F-4BCC-8CB2-070ADDE62B51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58925D2-DB4B-489B-9737-4FCD2E96DC27}">
      <dgm:prSet custT="1"/>
      <dgm:spPr/>
      <dgm:t>
        <a:bodyPr/>
        <a:lstStyle/>
        <a:p>
          <a:r>
            <a:rPr lang="en-IN" sz="1800" b="1">
              <a:latin typeface="Times New Roman" panose="02020603050405020304" pitchFamily="18" charset="0"/>
              <a:cs typeface="Times New Roman" panose="02020603050405020304" pitchFamily="18" charset="0"/>
            </a:rPr>
            <a:t>Index 1:</a:t>
          </a:r>
          <a:r>
            <a:rPr lang="en-IN" sz="1800">
              <a:latin typeface="Times New Roman" panose="02020603050405020304" pitchFamily="18" charset="0"/>
              <a:cs typeface="Times New Roman" panose="02020603050405020304" pitchFamily="18" charset="0"/>
            </a:rPr>
            <a:t> Text FAISS Index (Semantic search).</a:t>
          </a:r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593F503-CB15-43F1-A0BE-ABF14992403A}" type="parTrans" cxnId="{64E572E3-ECC3-4E3A-A4A0-DF0ADDF26CAA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057F904-19C1-4ADE-B5EF-D28E40240C7A}" type="sibTrans" cxnId="{64E572E3-ECC3-4E3A-A4A0-DF0ADDF26CAA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46C00E8-55C2-4447-A484-E3B699608D8C}">
      <dgm:prSet custT="1"/>
      <dgm:spPr/>
      <dgm:t>
        <a:bodyPr/>
        <a:lstStyle/>
        <a:p>
          <a:r>
            <a:rPr lang="en-IN" sz="1800" b="1">
              <a:latin typeface="Times New Roman" panose="02020603050405020304" pitchFamily="18" charset="0"/>
              <a:cs typeface="Times New Roman" panose="02020603050405020304" pitchFamily="18" charset="0"/>
            </a:rPr>
            <a:t>Index 2:</a:t>
          </a:r>
          <a:r>
            <a:rPr lang="en-IN" sz="1800">
              <a:latin typeface="Times New Roman" panose="02020603050405020304" pitchFamily="18" charset="0"/>
              <a:cs typeface="Times New Roman" panose="02020603050405020304" pitchFamily="18" charset="0"/>
            </a:rPr>
            <a:t> Image FAISS Index (Visual similarity).</a:t>
          </a:r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7F4548C-2CC0-4FA2-B6C2-A0BE1AA4945B}" type="parTrans" cxnId="{204F8951-5016-4FC8-B107-94EC1135D8DD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41729F6-8673-4986-B7F9-8582FC11FB77}" type="sibTrans" cxnId="{204F8951-5016-4FC8-B107-94EC1135D8DD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7883D84-7F4D-4E69-BF25-910948072744}">
      <dgm:prSet custT="1"/>
      <dgm:spPr/>
      <dgm:t>
        <a:bodyPr/>
        <a:lstStyle/>
        <a:p>
          <a:r>
            <a:rPr lang="en-IN" sz="2400" b="1">
              <a:latin typeface="Times New Roman" panose="02020603050405020304" pitchFamily="18" charset="0"/>
              <a:cs typeface="Times New Roman" panose="02020603050405020304" pitchFamily="18" charset="0"/>
            </a:rPr>
            <a:t>Storage:</a:t>
          </a:r>
          <a:r>
            <a:rPr lang="en-IN" sz="2400">
              <a:latin typeface="Times New Roman" panose="02020603050405020304" pitchFamily="18" charset="0"/>
              <a:cs typeface="Times New Roman" panose="02020603050405020304" pitchFamily="18" charset="0"/>
            </a:rPr>
            <a:t> Binary (.bin) files for persistence.</a:t>
          </a:r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37566C8-0C6E-43FF-83FF-2C6297E26454}" type="parTrans" cxnId="{B115258C-9296-42DD-9813-BA25C1C17899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B176943-3089-4E3A-9B1D-1D1A8B103D6D}" type="sibTrans" cxnId="{B115258C-9296-42DD-9813-BA25C1C17899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6413D27-E1C6-4E41-82A0-FCD010A8D750}">
      <dgm:prSet custT="1"/>
      <dgm:spPr/>
      <dgm:t>
        <a:bodyPr/>
        <a:lstStyle/>
        <a:p>
          <a:r>
            <a:rPr lang="en-IN" sz="2400" b="1">
              <a:latin typeface="Times New Roman" panose="02020603050405020304" pitchFamily="18" charset="0"/>
              <a:cs typeface="Times New Roman" panose="02020603050405020304" pitchFamily="18" charset="0"/>
            </a:rPr>
            <a:t>Mapping:</a:t>
          </a:r>
          <a:r>
            <a:rPr lang="en-IN" sz="2400">
              <a:latin typeface="Times New Roman" panose="02020603050405020304" pitchFamily="18" charset="0"/>
              <a:cs typeface="Times New Roman" panose="02020603050405020304" pitchFamily="18" charset="0"/>
            </a:rPr>
            <a:t> Index positions mapped to Product IDs</a:t>
          </a:r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26BC6FF-58FF-4906-AA92-575B83820DD7}" type="parTrans" cxnId="{E4351DAF-D322-4091-B817-165C7A3BB719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AFD198D-6826-4BDB-AE8F-B3C88D1E65C2}" type="sibTrans" cxnId="{E4351DAF-D322-4091-B817-165C7A3BB719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ADFF554-0564-4E94-ABA6-05F1460947F8}" type="pres">
      <dgm:prSet presAssocID="{FABEB2D0-7C4F-4097-86BB-3C2F5B71F13B}" presName="root" presStyleCnt="0">
        <dgm:presLayoutVars>
          <dgm:dir/>
          <dgm:resizeHandles val="exact"/>
        </dgm:presLayoutVars>
      </dgm:prSet>
      <dgm:spPr/>
    </dgm:pt>
    <dgm:pt modelId="{68C50222-F9A0-4B1C-89DA-706CDDF55797}" type="pres">
      <dgm:prSet presAssocID="{8B53E0B7-C59E-4180-AF69-02530618A603}" presName="compNode" presStyleCnt="0"/>
      <dgm:spPr/>
    </dgm:pt>
    <dgm:pt modelId="{F137FFF0-D40E-4D7D-A425-1DCDC1845E97}" type="pres">
      <dgm:prSet presAssocID="{8B53E0B7-C59E-4180-AF69-02530618A603}" presName="bgRect" presStyleLbl="bgShp" presStyleIdx="0" presStyleCnt="4"/>
      <dgm:spPr/>
    </dgm:pt>
    <dgm:pt modelId="{27DD1552-F5F1-4BA5-A018-62C774A7E80F}" type="pres">
      <dgm:prSet presAssocID="{8B53E0B7-C59E-4180-AF69-02530618A60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77F9AAE1-C249-4DCA-A79B-5E9B47442B01}" type="pres">
      <dgm:prSet presAssocID="{8B53E0B7-C59E-4180-AF69-02530618A603}" presName="spaceRect" presStyleCnt="0"/>
      <dgm:spPr/>
    </dgm:pt>
    <dgm:pt modelId="{0F944EF4-6A9D-4A6B-86BD-4170D1434AB2}" type="pres">
      <dgm:prSet presAssocID="{8B53E0B7-C59E-4180-AF69-02530618A603}" presName="parTx" presStyleLbl="revTx" presStyleIdx="0" presStyleCnt="5">
        <dgm:presLayoutVars>
          <dgm:chMax val="0"/>
          <dgm:chPref val="0"/>
        </dgm:presLayoutVars>
      </dgm:prSet>
      <dgm:spPr/>
    </dgm:pt>
    <dgm:pt modelId="{E4E29827-239E-419A-A387-32C13DDEE506}" type="pres">
      <dgm:prSet presAssocID="{E1C6D518-378D-41CF-9A03-4123B2E38775}" presName="sibTrans" presStyleCnt="0"/>
      <dgm:spPr/>
    </dgm:pt>
    <dgm:pt modelId="{021227A4-DBF7-4A3F-9522-255BFF2DD77D}" type="pres">
      <dgm:prSet presAssocID="{B7DFA11B-13DE-465F-8249-DC03C8DC4A41}" presName="compNode" presStyleCnt="0"/>
      <dgm:spPr/>
    </dgm:pt>
    <dgm:pt modelId="{B4711FD5-537E-4A03-9837-65B3443D9289}" type="pres">
      <dgm:prSet presAssocID="{B7DFA11B-13DE-465F-8249-DC03C8DC4A41}" presName="bgRect" presStyleLbl="bgShp" presStyleIdx="1" presStyleCnt="4"/>
      <dgm:spPr/>
    </dgm:pt>
    <dgm:pt modelId="{D25FA01D-544A-4364-A77A-EB73A874C2CD}" type="pres">
      <dgm:prSet presAssocID="{B7DFA11B-13DE-465F-8249-DC03C8DC4A41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774270D0-8EE5-467E-9C12-AA6D052FD039}" type="pres">
      <dgm:prSet presAssocID="{B7DFA11B-13DE-465F-8249-DC03C8DC4A41}" presName="spaceRect" presStyleCnt="0"/>
      <dgm:spPr/>
    </dgm:pt>
    <dgm:pt modelId="{AC9ADC27-1287-44F4-B1B4-1DB0AF433CAB}" type="pres">
      <dgm:prSet presAssocID="{B7DFA11B-13DE-465F-8249-DC03C8DC4A41}" presName="parTx" presStyleLbl="revTx" presStyleIdx="1" presStyleCnt="5">
        <dgm:presLayoutVars>
          <dgm:chMax val="0"/>
          <dgm:chPref val="0"/>
        </dgm:presLayoutVars>
      </dgm:prSet>
      <dgm:spPr/>
    </dgm:pt>
    <dgm:pt modelId="{91C4F261-A054-477D-B24E-2F8EF28410AE}" type="pres">
      <dgm:prSet presAssocID="{B7DFA11B-13DE-465F-8249-DC03C8DC4A41}" presName="desTx" presStyleLbl="revTx" presStyleIdx="2" presStyleCnt="5">
        <dgm:presLayoutVars/>
      </dgm:prSet>
      <dgm:spPr/>
    </dgm:pt>
    <dgm:pt modelId="{2C530AD8-EBA5-424D-90DA-BDB1520C0743}" type="pres">
      <dgm:prSet presAssocID="{20BF92BD-257C-420F-B826-0E48338E8994}" presName="sibTrans" presStyleCnt="0"/>
      <dgm:spPr/>
    </dgm:pt>
    <dgm:pt modelId="{897EC20C-21B4-44BD-BDBE-DDB515D926B4}" type="pres">
      <dgm:prSet presAssocID="{37883D84-7F4D-4E69-BF25-910948072744}" presName="compNode" presStyleCnt="0"/>
      <dgm:spPr/>
    </dgm:pt>
    <dgm:pt modelId="{BEE0C46F-AEC0-4311-B5F6-109066E13203}" type="pres">
      <dgm:prSet presAssocID="{37883D84-7F4D-4E69-BF25-910948072744}" presName="bgRect" presStyleLbl="bgShp" presStyleIdx="2" presStyleCnt="4"/>
      <dgm:spPr/>
    </dgm:pt>
    <dgm:pt modelId="{2B82D51D-DF58-4D20-BCC6-ED22B24BB1FE}" type="pres">
      <dgm:prSet presAssocID="{37883D84-7F4D-4E69-BF25-91094807274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73450A3-B947-42C3-B0C4-6FAFDBE26B52}" type="pres">
      <dgm:prSet presAssocID="{37883D84-7F4D-4E69-BF25-910948072744}" presName="spaceRect" presStyleCnt="0"/>
      <dgm:spPr/>
    </dgm:pt>
    <dgm:pt modelId="{B603B615-BBBE-48FE-B4B6-CE320174D246}" type="pres">
      <dgm:prSet presAssocID="{37883D84-7F4D-4E69-BF25-910948072744}" presName="parTx" presStyleLbl="revTx" presStyleIdx="3" presStyleCnt="5">
        <dgm:presLayoutVars>
          <dgm:chMax val="0"/>
          <dgm:chPref val="0"/>
        </dgm:presLayoutVars>
      </dgm:prSet>
      <dgm:spPr/>
    </dgm:pt>
    <dgm:pt modelId="{B5BC3018-66A2-4712-A5D0-FBD91E322C97}" type="pres">
      <dgm:prSet presAssocID="{6B176943-3089-4E3A-9B1D-1D1A8B103D6D}" presName="sibTrans" presStyleCnt="0"/>
      <dgm:spPr/>
    </dgm:pt>
    <dgm:pt modelId="{957DDE35-1524-4E63-A18C-906F1587DEF7}" type="pres">
      <dgm:prSet presAssocID="{56413D27-E1C6-4E41-82A0-FCD010A8D750}" presName="compNode" presStyleCnt="0"/>
      <dgm:spPr/>
    </dgm:pt>
    <dgm:pt modelId="{B5B2DA75-5173-43AA-8E34-D8B3103D6A10}" type="pres">
      <dgm:prSet presAssocID="{56413D27-E1C6-4E41-82A0-FCD010A8D750}" presName="bgRect" presStyleLbl="bgShp" presStyleIdx="3" presStyleCnt="4"/>
      <dgm:spPr/>
    </dgm:pt>
    <dgm:pt modelId="{E2A8AF05-0865-4BD3-AE6A-00F865CD2080}" type="pres">
      <dgm:prSet presAssocID="{56413D27-E1C6-4E41-82A0-FCD010A8D75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9EC16030-4E46-4B36-888A-7C8D05946C29}" type="pres">
      <dgm:prSet presAssocID="{56413D27-E1C6-4E41-82A0-FCD010A8D750}" presName="spaceRect" presStyleCnt="0"/>
      <dgm:spPr/>
    </dgm:pt>
    <dgm:pt modelId="{083993BD-40CA-419F-97B5-F42A9D7CF9C7}" type="pres">
      <dgm:prSet presAssocID="{56413D27-E1C6-4E41-82A0-FCD010A8D75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655660E-C1F4-45F6-B1EF-987A990DB191}" type="presOf" srcId="{846C00E8-55C2-4447-A484-E3B699608D8C}" destId="{91C4F261-A054-477D-B24E-2F8EF28410AE}" srcOrd="0" destOrd="1" presId="urn:microsoft.com/office/officeart/2018/2/layout/IconVerticalSolidList"/>
    <dgm:cxn modelId="{1D6A5B10-B31F-4BCC-8CB2-070ADDE62B51}" srcId="{FABEB2D0-7C4F-4097-86BB-3C2F5B71F13B}" destId="{B7DFA11B-13DE-465F-8249-DC03C8DC4A41}" srcOrd="1" destOrd="0" parTransId="{9296A5EE-CA9D-4DC5-83A3-623A42C586D6}" sibTransId="{20BF92BD-257C-420F-B826-0E48338E8994}"/>
    <dgm:cxn modelId="{41232113-1441-4B84-A860-4826D6387FB4}" type="presOf" srcId="{37883D84-7F4D-4E69-BF25-910948072744}" destId="{B603B615-BBBE-48FE-B4B6-CE320174D246}" srcOrd="0" destOrd="0" presId="urn:microsoft.com/office/officeart/2018/2/layout/IconVerticalSolidList"/>
    <dgm:cxn modelId="{99B37D2D-39F7-4765-80F2-65AB40A480CF}" type="presOf" srcId="{458925D2-DB4B-489B-9737-4FCD2E96DC27}" destId="{91C4F261-A054-477D-B24E-2F8EF28410AE}" srcOrd="0" destOrd="0" presId="urn:microsoft.com/office/officeart/2018/2/layout/IconVerticalSolidList"/>
    <dgm:cxn modelId="{62E6572F-E4B0-4E43-9032-FB328FCAC491}" type="presOf" srcId="{8B53E0B7-C59E-4180-AF69-02530618A603}" destId="{0F944EF4-6A9D-4A6B-86BD-4170D1434AB2}" srcOrd="0" destOrd="0" presId="urn:microsoft.com/office/officeart/2018/2/layout/IconVerticalSolidList"/>
    <dgm:cxn modelId="{023FA334-5AA8-4CE1-A032-C943234473B7}" type="presOf" srcId="{FABEB2D0-7C4F-4097-86BB-3C2F5B71F13B}" destId="{6ADFF554-0564-4E94-ABA6-05F1460947F8}" srcOrd="0" destOrd="0" presId="urn:microsoft.com/office/officeart/2018/2/layout/IconVerticalSolidList"/>
    <dgm:cxn modelId="{59CACA6C-2319-4C69-9E11-D1BCEFF4CADA}" srcId="{FABEB2D0-7C4F-4097-86BB-3C2F5B71F13B}" destId="{8B53E0B7-C59E-4180-AF69-02530618A603}" srcOrd="0" destOrd="0" parTransId="{C07E8AA3-A274-4ACD-8ECD-FA629099CB34}" sibTransId="{E1C6D518-378D-41CF-9A03-4123B2E38775}"/>
    <dgm:cxn modelId="{204F8951-5016-4FC8-B107-94EC1135D8DD}" srcId="{B7DFA11B-13DE-465F-8249-DC03C8DC4A41}" destId="{846C00E8-55C2-4447-A484-E3B699608D8C}" srcOrd="1" destOrd="0" parTransId="{87F4548C-2CC0-4FA2-B6C2-A0BE1AA4945B}" sibTransId="{341729F6-8673-4986-B7F9-8582FC11FB77}"/>
    <dgm:cxn modelId="{B115258C-9296-42DD-9813-BA25C1C17899}" srcId="{FABEB2D0-7C4F-4097-86BB-3C2F5B71F13B}" destId="{37883D84-7F4D-4E69-BF25-910948072744}" srcOrd="2" destOrd="0" parTransId="{837566C8-0C6E-43FF-83FF-2C6297E26454}" sibTransId="{6B176943-3089-4E3A-9B1D-1D1A8B103D6D}"/>
    <dgm:cxn modelId="{30CBE1A3-C3F8-42B7-81E0-81E1295D7D75}" type="presOf" srcId="{56413D27-E1C6-4E41-82A0-FCD010A8D750}" destId="{083993BD-40CA-419F-97B5-F42A9D7CF9C7}" srcOrd="0" destOrd="0" presId="urn:microsoft.com/office/officeart/2018/2/layout/IconVerticalSolidList"/>
    <dgm:cxn modelId="{E4351DAF-D322-4091-B817-165C7A3BB719}" srcId="{FABEB2D0-7C4F-4097-86BB-3C2F5B71F13B}" destId="{56413D27-E1C6-4E41-82A0-FCD010A8D750}" srcOrd="3" destOrd="0" parTransId="{726BC6FF-58FF-4906-AA92-575B83820DD7}" sibTransId="{EAFD198D-6826-4BDB-AE8F-B3C88D1E65C2}"/>
    <dgm:cxn modelId="{90ECCAC5-E85F-41A6-8272-EFBF84119887}" type="presOf" srcId="{B7DFA11B-13DE-465F-8249-DC03C8DC4A41}" destId="{AC9ADC27-1287-44F4-B1B4-1DB0AF433CAB}" srcOrd="0" destOrd="0" presId="urn:microsoft.com/office/officeart/2018/2/layout/IconVerticalSolidList"/>
    <dgm:cxn modelId="{64E572E3-ECC3-4E3A-A4A0-DF0ADDF26CAA}" srcId="{B7DFA11B-13DE-465F-8249-DC03C8DC4A41}" destId="{458925D2-DB4B-489B-9737-4FCD2E96DC27}" srcOrd="0" destOrd="0" parTransId="{A593F503-CB15-43F1-A0BE-ABF14992403A}" sibTransId="{E057F904-19C1-4ADE-B5EF-D28E40240C7A}"/>
    <dgm:cxn modelId="{D9D4A18B-92E2-4E27-B4F6-0FA8A8A16F4D}" type="presParOf" srcId="{6ADFF554-0564-4E94-ABA6-05F1460947F8}" destId="{68C50222-F9A0-4B1C-89DA-706CDDF55797}" srcOrd="0" destOrd="0" presId="urn:microsoft.com/office/officeart/2018/2/layout/IconVerticalSolidList"/>
    <dgm:cxn modelId="{62722697-1F0E-4874-AFBE-F01EA56FA41F}" type="presParOf" srcId="{68C50222-F9A0-4B1C-89DA-706CDDF55797}" destId="{F137FFF0-D40E-4D7D-A425-1DCDC1845E97}" srcOrd="0" destOrd="0" presId="urn:microsoft.com/office/officeart/2018/2/layout/IconVerticalSolidList"/>
    <dgm:cxn modelId="{F40B29DA-9D09-45BF-BC61-05C94FEC1D98}" type="presParOf" srcId="{68C50222-F9A0-4B1C-89DA-706CDDF55797}" destId="{27DD1552-F5F1-4BA5-A018-62C774A7E80F}" srcOrd="1" destOrd="0" presId="urn:microsoft.com/office/officeart/2018/2/layout/IconVerticalSolidList"/>
    <dgm:cxn modelId="{181658D0-AD8F-4F7F-9CBE-4200EC274012}" type="presParOf" srcId="{68C50222-F9A0-4B1C-89DA-706CDDF55797}" destId="{77F9AAE1-C249-4DCA-A79B-5E9B47442B01}" srcOrd="2" destOrd="0" presId="urn:microsoft.com/office/officeart/2018/2/layout/IconVerticalSolidList"/>
    <dgm:cxn modelId="{7D6435F0-AB3F-4D6E-A0C0-1279BE46FCA4}" type="presParOf" srcId="{68C50222-F9A0-4B1C-89DA-706CDDF55797}" destId="{0F944EF4-6A9D-4A6B-86BD-4170D1434AB2}" srcOrd="3" destOrd="0" presId="urn:microsoft.com/office/officeart/2018/2/layout/IconVerticalSolidList"/>
    <dgm:cxn modelId="{AF3EFD39-BBC1-4BF2-8443-CA0FBEF23DE9}" type="presParOf" srcId="{6ADFF554-0564-4E94-ABA6-05F1460947F8}" destId="{E4E29827-239E-419A-A387-32C13DDEE506}" srcOrd="1" destOrd="0" presId="urn:microsoft.com/office/officeart/2018/2/layout/IconVerticalSolidList"/>
    <dgm:cxn modelId="{55630295-58F9-4D92-824D-2A6C7CCC6612}" type="presParOf" srcId="{6ADFF554-0564-4E94-ABA6-05F1460947F8}" destId="{021227A4-DBF7-4A3F-9522-255BFF2DD77D}" srcOrd="2" destOrd="0" presId="urn:microsoft.com/office/officeart/2018/2/layout/IconVerticalSolidList"/>
    <dgm:cxn modelId="{B036C4C7-C39E-4689-866D-0D9BB492E026}" type="presParOf" srcId="{021227A4-DBF7-4A3F-9522-255BFF2DD77D}" destId="{B4711FD5-537E-4A03-9837-65B3443D9289}" srcOrd="0" destOrd="0" presId="urn:microsoft.com/office/officeart/2018/2/layout/IconVerticalSolidList"/>
    <dgm:cxn modelId="{4E58F0B6-31BB-49A2-8E2A-BE4E1F783AA9}" type="presParOf" srcId="{021227A4-DBF7-4A3F-9522-255BFF2DD77D}" destId="{D25FA01D-544A-4364-A77A-EB73A874C2CD}" srcOrd="1" destOrd="0" presId="urn:microsoft.com/office/officeart/2018/2/layout/IconVerticalSolidList"/>
    <dgm:cxn modelId="{A56CC761-7F13-4766-ADBE-8698985B385E}" type="presParOf" srcId="{021227A4-DBF7-4A3F-9522-255BFF2DD77D}" destId="{774270D0-8EE5-467E-9C12-AA6D052FD039}" srcOrd="2" destOrd="0" presId="urn:microsoft.com/office/officeart/2018/2/layout/IconVerticalSolidList"/>
    <dgm:cxn modelId="{EA8682AE-4F46-4D59-A5AE-F35C5834E7DB}" type="presParOf" srcId="{021227A4-DBF7-4A3F-9522-255BFF2DD77D}" destId="{AC9ADC27-1287-44F4-B1B4-1DB0AF433CAB}" srcOrd="3" destOrd="0" presId="urn:microsoft.com/office/officeart/2018/2/layout/IconVerticalSolidList"/>
    <dgm:cxn modelId="{2E83490B-C32B-43A5-93FD-ADCE47C9E269}" type="presParOf" srcId="{021227A4-DBF7-4A3F-9522-255BFF2DD77D}" destId="{91C4F261-A054-477D-B24E-2F8EF28410AE}" srcOrd="4" destOrd="0" presId="urn:microsoft.com/office/officeart/2018/2/layout/IconVerticalSolidList"/>
    <dgm:cxn modelId="{A68E9597-B890-4850-8D45-D765953BE308}" type="presParOf" srcId="{6ADFF554-0564-4E94-ABA6-05F1460947F8}" destId="{2C530AD8-EBA5-424D-90DA-BDB1520C0743}" srcOrd="3" destOrd="0" presId="urn:microsoft.com/office/officeart/2018/2/layout/IconVerticalSolidList"/>
    <dgm:cxn modelId="{25225B8F-281B-4AF7-B832-A42EE8BF45A3}" type="presParOf" srcId="{6ADFF554-0564-4E94-ABA6-05F1460947F8}" destId="{897EC20C-21B4-44BD-BDBE-DDB515D926B4}" srcOrd="4" destOrd="0" presId="urn:microsoft.com/office/officeart/2018/2/layout/IconVerticalSolidList"/>
    <dgm:cxn modelId="{5235C0AE-802E-4D99-8A0C-5017FB2D9F47}" type="presParOf" srcId="{897EC20C-21B4-44BD-BDBE-DDB515D926B4}" destId="{BEE0C46F-AEC0-4311-B5F6-109066E13203}" srcOrd="0" destOrd="0" presId="urn:microsoft.com/office/officeart/2018/2/layout/IconVerticalSolidList"/>
    <dgm:cxn modelId="{C910A26D-4FED-4D5F-A8C5-C991E2CDA574}" type="presParOf" srcId="{897EC20C-21B4-44BD-BDBE-DDB515D926B4}" destId="{2B82D51D-DF58-4D20-BCC6-ED22B24BB1FE}" srcOrd="1" destOrd="0" presId="urn:microsoft.com/office/officeart/2018/2/layout/IconVerticalSolidList"/>
    <dgm:cxn modelId="{B8952ABA-B995-435D-93D9-DC199AB37B14}" type="presParOf" srcId="{897EC20C-21B4-44BD-BDBE-DDB515D926B4}" destId="{B73450A3-B947-42C3-B0C4-6FAFDBE26B52}" srcOrd="2" destOrd="0" presId="urn:microsoft.com/office/officeart/2018/2/layout/IconVerticalSolidList"/>
    <dgm:cxn modelId="{27AB166C-E632-4FC3-8BA9-97E68AFFE1DC}" type="presParOf" srcId="{897EC20C-21B4-44BD-BDBE-DDB515D926B4}" destId="{B603B615-BBBE-48FE-B4B6-CE320174D246}" srcOrd="3" destOrd="0" presId="urn:microsoft.com/office/officeart/2018/2/layout/IconVerticalSolidList"/>
    <dgm:cxn modelId="{436F9267-B5F3-4357-9652-F384DFC69062}" type="presParOf" srcId="{6ADFF554-0564-4E94-ABA6-05F1460947F8}" destId="{B5BC3018-66A2-4712-A5D0-FBD91E322C97}" srcOrd="5" destOrd="0" presId="urn:microsoft.com/office/officeart/2018/2/layout/IconVerticalSolidList"/>
    <dgm:cxn modelId="{F76FF8BB-D1B8-4ED1-9D94-CFD546D101C8}" type="presParOf" srcId="{6ADFF554-0564-4E94-ABA6-05F1460947F8}" destId="{957DDE35-1524-4E63-A18C-906F1587DEF7}" srcOrd="6" destOrd="0" presId="urn:microsoft.com/office/officeart/2018/2/layout/IconVerticalSolidList"/>
    <dgm:cxn modelId="{4BEC1F0F-38D5-4035-BC7B-BB324FDDCB3B}" type="presParOf" srcId="{957DDE35-1524-4E63-A18C-906F1587DEF7}" destId="{B5B2DA75-5173-43AA-8E34-D8B3103D6A10}" srcOrd="0" destOrd="0" presId="urn:microsoft.com/office/officeart/2018/2/layout/IconVerticalSolidList"/>
    <dgm:cxn modelId="{455323AC-279D-4D86-B3AB-89221DBD84DA}" type="presParOf" srcId="{957DDE35-1524-4E63-A18C-906F1587DEF7}" destId="{E2A8AF05-0865-4BD3-AE6A-00F865CD2080}" srcOrd="1" destOrd="0" presId="urn:microsoft.com/office/officeart/2018/2/layout/IconVerticalSolidList"/>
    <dgm:cxn modelId="{2040B6E6-864A-4D01-997F-E320C4A7FBF4}" type="presParOf" srcId="{957DDE35-1524-4E63-A18C-906F1587DEF7}" destId="{9EC16030-4E46-4B36-888A-7C8D05946C29}" srcOrd="2" destOrd="0" presId="urn:microsoft.com/office/officeart/2018/2/layout/IconVerticalSolidList"/>
    <dgm:cxn modelId="{8EBC2246-77BF-47C9-AD0E-97661C3E11D6}" type="presParOf" srcId="{957DDE35-1524-4E63-A18C-906F1587DEF7}" destId="{083993BD-40CA-419F-97B5-F42A9D7CF9C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7F363E1-0511-4EA5-A573-A015728383AF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90DCB96-886E-433D-8D4F-5BA33617A151}">
      <dgm:prSet custT="1"/>
      <dgm:spPr/>
      <dgm:t>
        <a:bodyPr/>
        <a:lstStyle/>
        <a:p>
          <a:pPr>
            <a:defRPr b="1"/>
          </a:pPr>
          <a:r>
            <a:rPr lang="en-US" sz="1800" b="1">
              <a:latin typeface="Times New Roman" panose="02020603050405020304" pitchFamily="18" charset="0"/>
              <a:cs typeface="Times New Roman" panose="02020603050405020304" pitchFamily="18" charset="0"/>
            </a:rPr>
            <a:t>Limitation of Single Method:</a:t>
          </a:r>
          <a:r>
            <a:rPr lang="en-US" sz="1800">
              <a:latin typeface="Times New Roman" panose="02020603050405020304" pitchFamily="18" charset="0"/>
              <a:cs typeface="Times New Roman" panose="02020603050405020304" pitchFamily="18" charset="0"/>
            </a:rPr>
            <a:t> Semantic search might miss exact keywords.</a:t>
          </a:r>
        </a:p>
      </dgm:t>
    </dgm:pt>
    <dgm:pt modelId="{F2184D4A-C5C3-44C6-83D2-F3931A06A22C}" type="parTrans" cxnId="{0B64A203-54F0-44FB-B6C6-4EDDC23AB674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65C01AA-0B09-419C-A39F-5A72F1BC5BDB}" type="sibTrans" cxnId="{0B64A203-54F0-44FB-B6C6-4EDDC23AB674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3C26B2D-165C-4C88-8B34-B109FB0CF0DE}">
      <dgm:prSet custT="1"/>
      <dgm:spPr/>
      <dgm:t>
        <a:bodyPr/>
        <a:lstStyle/>
        <a:p>
          <a:pPr>
            <a:defRPr b="1"/>
          </a:pPr>
          <a:r>
            <a:rPr lang="en-US" sz="1800" b="1">
              <a:latin typeface="Times New Roman" panose="02020603050405020304" pitchFamily="18" charset="0"/>
              <a:cs typeface="Times New Roman" panose="02020603050405020304" pitchFamily="18" charset="0"/>
            </a:rPr>
            <a:t>Formula:</a:t>
          </a:r>
          <a:br>
            <a:rPr lang="en-US" sz="180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>
              <a:latin typeface="Times New Roman" panose="02020603050405020304" pitchFamily="18" charset="0"/>
              <a:cs typeface="Times New Roman" panose="02020603050405020304" pitchFamily="18" charset="0"/>
            </a:rPr>
            <a:t>Final Score = (w1 * Semantic Similarity) + (w2 * Keyword Boost)</a:t>
          </a:r>
        </a:p>
      </dgm:t>
    </dgm:pt>
    <dgm:pt modelId="{F2243E45-3CA2-4DFC-8667-690DF0F54F61}" type="parTrans" cxnId="{832369BB-650D-4A3B-8310-ABB5F5A74AC1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BA2D4EA-BD3C-4519-B1A0-2B7FB05E9411}" type="sibTrans" cxnId="{832369BB-650D-4A3B-8310-ABB5F5A74AC1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215CD1D-E9E9-4219-8D08-4622410BA142}">
      <dgm:prSet custT="1"/>
      <dgm:spPr/>
      <dgm:t>
        <a:bodyPr/>
        <a:lstStyle/>
        <a:p>
          <a:pPr>
            <a:defRPr b="1"/>
          </a:pPr>
          <a:r>
            <a:rPr lang="en-US" sz="1800" b="1">
              <a:latin typeface="Times New Roman" panose="02020603050405020304" pitchFamily="18" charset="0"/>
              <a:cs typeface="Times New Roman" panose="02020603050405020304" pitchFamily="18" charset="0"/>
            </a:rPr>
            <a:t>Process:</a:t>
          </a:r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A6B2ECA-4091-4C5A-B853-D29D34D87B6C}" type="parTrans" cxnId="{7D06631F-338D-4A3D-9541-373956A52D65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A486B0-EA62-455F-A10A-C74B67E420E6}" type="sibTrans" cxnId="{7D06631F-338D-4A3D-9541-373956A52D65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413C159-9636-475A-B997-9FF69A38555D}">
      <dgm:prSet custT="1"/>
      <dgm:spPr/>
      <dgm:t>
        <a:bodyPr/>
        <a:lstStyle/>
        <a:p>
          <a:r>
            <a:rPr 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Retrieve candidates via FAISS.</a:t>
          </a:r>
        </a:p>
      </dgm:t>
    </dgm:pt>
    <dgm:pt modelId="{D6549A53-813E-41A6-BBEF-5E242B80EB5A}" type="parTrans" cxnId="{9EAFB0AF-5BF9-4CAE-A05A-C780C48013E9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648E266-6B99-4086-AC17-45FD5132B8FC}" type="sibTrans" cxnId="{9EAFB0AF-5BF9-4CAE-A05A-C780C48013E9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E0B77AF-9141-4921-83CC-23733012231A}">
      <dgm:prSet custT="1"/>
      <dgm:spPr/>
      <dgm:t>
        <a:bodyPr/>
        <a:lstStyle/>
        <a:p>
          <a:r>
            <a:rPr 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Re-rank using hybrid scoring.</a:t>
          </a:r>
        </a:p>
      </dgm:t>
    </dgm:pt>
    <dgm:pt modelId="{AD0C1305-4944-46FE-8EE6-0EC6269221F5}" type="parTrans" cxnId="{454E1E7E-EBF4-4813-B65A-EBCDCDF9EDCD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64EBBF5-F1BC-4DA6-A98E-34EB0B9C3737}" type="sibTrans" cxnId="{454E1E7E-EBF4-4813-B65A-EBCDCDF9EDCD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43AF967-D586-429C-AC2C-234A1C90CE8E}">
      <dgm:prSet custT="1"/>
      <dgm:spPr/>
      <dgm:t>
        <a:bodyPr/>
        <a:lstStyle/>
        <a:p>
          <a:r>
            <a:rPr 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Apply attribute filters (Price, Category).</a:t>
          </a:r>
        </a:p>
      </dgm:t>
    </dgm:pt>
    <dgm:pt modelId="{F1611A9D-0D2A-4624-A56F-159945EB3954}" type="parTrans" cxnId="{DF376978-0A9E-416F-A1E2-BE01F0FB9957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3BA8B9C-BF87-4C2F-AC5F-DB954C1215B9}" type="sibTrans" cxnId="{DF376978-0A9E-416F-A1E2-BE01F0FB9957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8D206E8-87A5-4380-B377-EB63E2E7D806}">
      <dgm:prSet custT="1"/>
      <dgm:spPr/>
      <dgm:t>
        <a:bodyPr/>
        <a:lstStyle/>
        <a:p>
          <a:pPr>
            <a:defRPr b="1"/>
          </a:pPr>
          <a:r>
            <a:rPr lang="en-US" sz="1800" b="1">
              <a:latin typeface="Times New Roman" panose="02020603050405020304" pitchFamily="18" charset="0"/>
              <a:cs typeface="Times New Roman" panose="02020603050405020304" pitchFamily="18" charset="0"/>
            </a:rPr>
            <a:t>Outcome:</a:t>
          </a:r>
          <a:r>
            <a:rPr lang="en-US" sz="1800">
              <a:latin typeface="Times New Roman" panose="02020603050405020304" pitchFamily="18" charset="0"/>
              <a:cs typeface="Times New Roman" panose="02020603050405020304" pitchFamily="18" charset="0"/>
            </a:rPr>
            <a:t> Highly relevant and precisely matched results</a:t>
          </a:r>
          <a:r>
            <a:rPr lang="en-IN" sz="180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6523B8B-8061-456F-B9DD-6FE40F8B9ADD}" type="parTrans" cxnId="{7DCE8B39-DCFF-44D1-A967-7F150F2BF0C9}">
      <dgm:prSet/>
      <dgm:spPr/>
      <dgm:t>
        <a:bodyPr/>
        <a:lstStyle/>
        <a:p>
          <a:endParaRPr lang="en-US" sz="3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64EFCD3-7F6B-4E58-BB52-93AFC095E622}" type="sibTrans" cxnId="{7DCE8B39-DCFF-44D1-A967-7F150F2BF0C9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665859B-A1DD-4DC1-85B4-77700FE9AF46}" type="pres">
      <dgm:prSet presAssocID="{C7F363E1-0511-4EA5-A573-A015728383AF}" presName="Name0" presStyleCnt="0">
        <dgm:presLayoutVars>
          <dgm:dir/>
          <dgm:animLvl val="lvl"/>
          <dgm:resizeHandles val="exact"/>
        </dgm:presLayoutVars>
      </dgm:prSet>
      <dgm:spPr/>
    </dgm:pt>
    <dgm:pt modelId="{237794BB-569A-48C6-A9EA-C11967111BB5}" type="pres">
      <dgm:prSet presAssocID="{C8D206E8-87A5-4380-B377-EB63E2E7D806}" presName="boxAndChildren" presStyleCnt="0"/>
      <dgm:spPr/>
    </dgm:pt>
    <dgm:pt modelId="{3ED0F701-BC01-4FDB-BC13-A032634F88DF}" type="pres">
      <dgm:prSet presAssocID="{C8D206E8-87A5-4380-B377-EB63E2E7D806}" presName="parentTextBox" presStyleLbl="node1" presStyleIdx="0" presStyleCnt="4"/>
      <dgm:spPr/>
    </dgm:pt>
    <dgm:pt modelId="{3D8257BE-8B54-40A8-BC5F-5B5849FCFC72}" type="pres">
      <dgm:prSet presAssocID="{DBA486B0-EA62-455F-A10A-C74B67E420E6}" presName="sp" presStyleCnt="0"/>
      <dgm:spPr/>
    </dgm:pt>
    <dgm:pt modelId="{AC3762F1-4345-49F6-9775-739E39FD8B41}" type="pres">
      <dgm:prSet presAssocID="{2215CD1D-E9E9-4219-8D08-4622410BA142}" presName="arrowAndChildren" presStyleCnt="0"/>
      <dgm:spPr/>
    </dgm:pt>
    <dgm:pt modelId="{5E202B2F-6EB3-46AA-845A-A47535254348}" type="pres">
      <dgm:prSet presAssocID="{2215CD1D-E9E9-4219-8D08-4622410BA142}" presName="parentTextArrow" presStyleLbl="node1" presStyleIdx="0" presStyleCnt="4"/>
      <dgm:spPr/>
    </dgm:pt>
    <dgm:pt modelId="{AB9535D5-C618-4AE4-BC3E-E6D4E72AAD24}" type="pres">
      <dgm:prSet presAssocID="{2215CD1D-E9E9-4219-8D08-4622410BA142}" presName="arrow" presStyleLbl="node1" presStyleIdx="1" presStyleCnt="4"/>
      <dgm:spPr/>
    </dgm:pt>
    <dgm:pt modelId="{6341108F-BF55-4162-9940-4BEB15517FDB}" type="pres">
      <dgm:prSet presAssocID="{2215CD1D-E9E9-4219-8D08-4622410BA142}" presName="descendantArrow" presStyleCnt="0"/>
      <dgm:spPr/>
    </dgm:pt>
    <dgm:pt modelId="{3033ABB8-53D8-4A30-9A1E-DCC2C5CA8111}" type="pres">
      <dgm:prSet presAssocID="{8413C159-9636-475A-B997-9FF69A38555D}" presName="childTextArrow" presStyleLbl="fgAccFollowNode1" presStyleIdx="0" presStyleCnt="3">
        <dgm:presLayoutVars>
          <dgm:bulletEnabled val="1"/>
        </dgm:presLayoutVars>
      </dgm:prSet>
      <dgm:spPr/>
    </dgm:pt>
    <dgm:pt modelId="{E6F442E3-4DD1-4BDC-9B64-4BB1C41715A1}" type="pres">
      <dgm:prSet presAssocID="{9E0B77AF-9141-4921-83CC-23733012231A}" presName="childTextArrow" presStyleLbl="fgAccFollowNode1" presStyleIdx="1" presStyleCnt="3">
        <dgm:presLayoutVars>
          <dgm:bulletEnabled val="1"/>
        </dgm:presLayoutVars>
      </dgm:prSet>
      <dgm:spPr/>
    </dgm:pt>
    <dgm:pt modelId="{2EC445AC-1F69-4C3C-B1AC-6A19438A65B9}" type="pres">
      <dgm:prSet presAssocID="{B43AF967-D586-429C-AC2C-234A1C90CE8E}" presName="childTextArrow" presStyleLbl="fgAccFollowNode1" presStyleIdx="2" presStyleCnt="3">
        <dgm:presLayoutVars>
          <dgm:bulletEnabled val="1"/>
        </dgm:presLayoutVars>
      </dgm:prSet>
      <dgm:spPr/>
    </dgm:pt>
    <dgm:pt modelId="{06481057-4E0F-452C-9396-21E534FF0D4D}" type="pres">
      <dgm:prSet presAssocID="{7BA2D4EA-BD3C-4519-B1A0-2B7FB05E9411}" presName="sp" presStyleCnt="0"/>
      <dgm:spPr/>
    </dgm:pt>
    <dgm:pt modelId="{0231477C-ACA1-46DE-8F64-AF6CA3F1D654}" type="pres">
      <dgm:prSet presAssocID="{C3C26B2D-165C-4C88-8B34-B109FB0CF0DE}" presName="arrowAndChildren" presStyleCnt="0"/>
      <dgm:spPr/>
    </dgm:pt>
    <dgm:pt modelId="{10425546-85BF-4EFE-B201-5781666C9CB0}" type="pres">
      <dgm:prSet presAssocID="{C3C26B2D-165C-4C88-8B34-B109FB0CF0DE}" presName="parentTextArrow" presStyleLbl="node1" presStyleIdx="2" presStyleCnt="4"/>
      <dgm:spPr/>
    </dgm:pt>
    <dgm:pt modelId="{FA063FCD-9398-4765-B969-240A0B657D33}" type="pres">
      <dgm:prSet presAssocID="{C65C01AA-0B09-419C-A39F-5A72F1BC5BDB}" presName="sp" presStyleCnt="0"/>
      <dgm:spPr/>
    </dgm:pt>
    <dgm:pt modelId="{9043FE37-947F-49AD-AD98-38984C52AC28}" type="pres">
      <dgm:prSet presAssocID="{A90DCB96-886E-433D-8D4F-5BA33617A151}" presName="arrowAndChildren" presStyleCnt="0"/>
      <dgm:spPr/>
    </dgm:pt>
    <dgm:pt modelId="{860A691B-6F5F-42DD-A5A5-63308D98618D}" type="pres">
      <dgm:prSet presAssocID="{A90DCB96-886E-433D-8D4F-5BA33617A151}" presName="parentTextArrow" presStyleLbl="node1" presStyleIdx="3" presStyleCnt="4"/>
      <dgm:spPr/>
    </dgm:pt>
  </dgm:ptLst>
  <dgm:cxnLst>
    <dgm:cxn modelId="{0B64A203-54F0-44FB-B6C6-4EDDC23AB674}" srcId="{C7F363E1-0511-4EA5-A573-A015728383AF}" destId="{A90DCB96-886E-433D-8D4F-5BA33617A151}" srcOrd="0" destOrd="0" parTransId="{F2184D4A-C5C3-44C6-83D2-F3931A06A22C}" sibTransId="{C65C01AA-0B09-419C-A39F-5A72F1BC5BDB}"/>
    <dgm:cxn modelId="{C9674818-CC0E-4D10-9D6F-874E25CE674A}" type="presOf" srcId="{8413C159-9636-475A-B997-9FF69A38555D}" destId="{3033ABB8-53D8-4A30-9A1E-DCC2C5CA8111}" srcOrd="0" destOrd="0" presId="urn:microsoft.com/office/officeart/2005/8/layout/process4"/>
    <dgm:cxn modelId="{7D06631F-338D-4A3D-9541-373956A52D65}" srcId="{C7F363E1-0511-4EA5-A573-A015728383AF}" destId="{2215CD1D-E9E9-4219-8D08-4622410BA142}" srcOrd="2" destOrd="0" parTransId="{7A6B2ECA-4091-4C5A-B853-D29D34D87B6C}" sibTransId="{DBA486B0-EA62-455F-A10A-C74B67E420E6}"/>
    <dgm:cxn modelId="{7DCE8B39-DCFF-44D1-A967-7F150F2BF0C9}" srcId="{C7F363E1-0511-4EA5-A573-A015728383AF}" destId="{C8D206E8-87A5-4380-B377-EB63E2E7D806}" srcOrd="3" destOrd="0" parTransId="{D6523B8B-8061-456F-B9DD-6FE40F8B9ADD}" sibTransId="{964EFCD3-7F6B-4E58-BB52-93AFC095E622}"/>
    <dgm:cxn modelId="{F38EC36B-DAC6-486A-8808-377BD8847ECE}" type="presOf" srcId="{C8D206E8-87A5-4380-B377-EB63E2E7D806}" destId="{3ED0F701-BC01-4FDB-BC13-A032634F88DF}" srcOrd="0" destOrd="0" presId="urn:microsoft.com/office/officeart/2005/8/layout/process4"/>
    <dgm:cxn modelId="{DF376978-0A9E-416F-A1E2-BE01F0FB9957}" srcId="{2215CD1D-E9E9-4219-8D08-4622410BA142}" destId="{B43AF967-D586-429C-AC2C-234A1C90CE8E}" srcOrd="2" destOrd="0" parTransId="{F1611A9D-0D2A-4624-A56F-159945EB3954}" sibTransId="{A3BA8B9C-BF87-4C2F-AC5F-DB954C1215B9}"/>
    <dgm:cxn modelId="{454E1E7E-EBF4-4813-B65A-EBCDCDF9EDCD}" srcId="{2215CD1D-E9E9-4219-8D08-4622410BA142}" destId="{9E0B77AF-9141-4921-83CC-23733012231A}" srcOrd="1" destOrd="0" parTransId="{AD0C1305-4944-46FE-8EE6-0EC6269221F5}" sibTransId="{364EBBF5-F1BC-4DA6-A98E-34EB0B9C3737}"/>
    <dgm:cxn modelId="{DD9BAA99-C18C-4B88-86C4-F8E7E5A7487E}" type="presOf" srcId="{C3C26B2D-165C-4C88-8B34-B109FB0CF0DE}" destId="{10425546-85BF-4EFE-B201-5781666C9CB0}" srcOrd="0" destOrd="0" presId="urn:microsoft.com/office/officeart/2005/8/layout/process4"/>
    <dgm:cxn modelId="{97B6709B-CDD4-4A14-818B-997648DBE988}" type="presOf" srcId="{A90DCB96-886E-433D-8D4F-5BA33617A151}" destId="{860A691B-6F5F-42DD-A5A5-63308D98618D}" srcOrd="0" destOrd="0" presId="urn:microsoft.com/office/officeart/2005/8/layout/process4"/>
    <dgm:cxn modelId="{E2BA84AD-0E57-4235-BE0B-CCD4152446B3}" type="presOf" srcId="{B43AF967-D586-429C-AC2C-234A1C90CE8E}" destId="{2EC445AC-1F69-4C3C-B1AC-6A19438A65B9}" srcOrd="0" destOrd="0" presId="urn:microsoft.com/office/officeart/2005/8/layout/process4"/>
    <dgm:cxn modelId="{9EAFB0AF-5BF9-4CAE-A05A-C780C48013E9}" srcId="{2215CD1D-E9E9-4219-8D08-4622410BA142}" destId="{8413C159-9636-475A-B997-9FF69A38555D}" srcOrd="0" destOrd="0" parTransId="{D6549A53-813E-41A6-BBEF-5E242B80EB5A}" sibTransId="{8648E266-6B99-4086-AC17-45FD5132B8FC}"/>
    <dgm:cxn modelId="{9F8BDCB0-955E-4F69-8B58-0F5C30731C64}" type="presOf" srcId="{C7F363E1-0511-4EA5-A573-A015728383AF}" destId="{8665859B-A1DD-4DC1-85B4-77700FE9AF46}" srcOrd="0" destOrd="0" presId="urn:microsoft.com/office/officeart/2005/8/layout/process4"/>
    <dgm:cxn modelId="{832369BB-650D-4A3B-8310-ABB5F5A74AC1}" srcId="{C7F363E1-0511-4EA5-A573-A015728383AF}" destId="{C3C26B2D-165C-4C88-8B34-B109FB0CF0DE}" srcOrd="1" destOrd="0" parTransId="{F2243E45-3CA2-4DFC-8667-690DF0F54F61}" sibTransId="{7BA2D4EA-BD3C-4519-B1A0-2B7FB05E9411}"/>
    <dgm:cxn modelId="{1D257CC9-4667-4D4E-BE17-5648A4F5443A}" type="presOf" srcId="{9E0B77AF-9141-4921-83CC-23733012231A}" destId="{E6F442E3-4DD1-4BDC-9B64-4BB1C41715A1}" srcOrd="0" destOrd="0" presId="urn:microsoft.com/office/officeart/2005/8/layout/process4"/>
    <dgm:cxn modelId="{A61864EE-E747-4B9E-8399-AB0176E3AF6A}" type="presOf" srcId="{2215CD1D-E9E9-4219-8D08-4622410BA142}" destId="{5E202B2F-6EB3-46AA-845A-A47535254348}" srcOrd="0" destOrd="0" presId="urn:microsoft.com/office/officeart/2005/8/layout/process4"/>
    <dgm:cxn modelId="{C3D126F7-0772-42A4-9918-1ABD8C6E9B3A}" type="presOf" srcId="{2215CD1D-E9E9-4219-8D08-4622410BA142}" destId="{AB9535D5-C618-4AE4-BC3E-E6D4E72AAD24}" srcOrd="1" destOrd="0" presId="urn:microsoft.com/office/officeart/2005/8/layout/process4"/>
    <dgm:cxn modelId="{83C23BB6-5FB9-4057-9836-11BF2F4F8EBF}" type="presParOf" srcId="{8665859B-A1DD-4DC1-85B4-77700FE9AF46}" destId="{237794BB-569A-48C6-A9EA-C11967111BB5}" srcOrd="0" destOrd="0" presId="urn:microsoft.com/office/officeart/2005/8/layout/process4"/>
    <dgm:cxn modelId="{55798DF2-7BEC-463A-A51E-3ECAA1DAFBC4}" type="presParOf" srcId="{237794BB-569A-48C6-A9EA-C11967111BB5}" destId="{3ED0F701-BC01-4FDB-BC13-A032634F88DF}" srcOrd="0" destOrd="0" presId="urn:microsoft.com/office/officeart/2005/8/layout/process4"/>
    <dgm:cxn modelId="{B70734FA-40D8-4DC8-8B80-0E488D770F41}" type="presParOf" srcId="{8665859B-A1DD-4DC1-85B4-77700FE9AF46}" destId="{3D8257BE-8B54-40A8-BC5F-5B5849FCFC72}" srcOrd="1" destOrd="0" presId="urn:microsoft.com/office/officeart/2005/8/layout/process4"/>
    <dgm:cxn modelId="{B224A7AF-8D5C-4401-93C3-F2B0A10EDEBF}" type="presParOf" srcId="{8665859B-A1DD-4DC1-85B4-77700FE9AF46}" destId="{AC3762F1-4345-49F6-9775-739E39FD8B41}" srcOrd="2" destOrd="0" presId="urn:microsoft.com/office/officeart/2005/8/layout/process4"/>
    <dgm:cxn modelId="{354DA7C6-56B4-4445-B5D7-55B3A3D6E627}" type="presParOf" srcId="{AC3762F1-4345-49F6-9775-739E39FD8B41}" destId="{5E202B2F-6EB3-46AA-845A-A47535254348}" srcOrd="0" destOrd="0" presId="urn:microsoft.com/office/officeart/2005/8/layout/process4"/>
    <dgm:cxn modelId="{CC763714-5C7F-42E1-8B22-119AD58614DA}" type="presParOf" srcId="{AC3762F1-4345-49F6-9775-739E39FD8B41}" destId="{AB9535D5-C618-4AE4-BC3E-E6D4E72AAD24}" srcOrd="1" destOrd="0" presId="urn:microsoft.com/office/officeart/2005/8/layout/process4"/>
    <dgm:cxn modelId="{920C0988-891A-432B-91E3-C48339C5417F}" type="presParOf" srcId="{AC3762F1-4345-49F6-9775-739E39FD8B41}" destId="{6341108F-BF55-4162-9940-4BEB15517FDB}" srcOrd="2" destOrd="0" presId="urn:microsoft.com/office/officeart/2005/8/layout/process4"/>
    <dgm:cxn modelId="{65D835EF-761D-4B24-A0EB-EA9012D0DD67}" type="presParOf" srcId="{6341108F-BF55-4162-9940-4BEB15517FDB}" destId="{3033ABB8-53D8-4A30-9A1E-DCC2C5CA8111}" srcOrd="0" destOrd="0" presId="urn:microsoft.com/office/officeart/2005/8/layout/process4"/>
    <dgm:cxn modelId="{89A8D200-98A6-41C9-900C-41B5FBFBFC7F}" type="presParOf" srcId="{6341108F-BF55-4162-9940-4BEB15517FDB}" destId="{E6F442E3-4DD1-4BDC-9B64-4BB1C41715A1}" srcOrd="1" destOrd="0" presId="urn:microsoft.com/office/officeart/2005/8/layout/process4"/>
    <dgm:cxn modelId="{C70993F8-8F5E-40AE-AC49-4051A7C2B1C8}" type="presParOf" srcId="{6341108F-BF55-4162-9940-4BEB15517FDB}" destId="{2EC445AC-1F69-4C3C-B1AC-6A19438A65B9}" srcOrd="2" destOrd="0" presId="urn:microsoft.com/office/officeart/2005/8/layout/process4"/>
    <dgm:cxn modelId="{F6E04A10-65F4-44A2-92E6-BA74740DBDC6}" type="presParOf" srcId="{8665859B-A1DD-4DC1-85B4-77700FE9AF46}" destId="{06481057-4E0F-452C-9396-21E534FF0D4D}" srcOrd="3" destOrd="0" presId="urn:microsoft.com/office/officeart/2005/8/layout/process4"/>
    <dgm:cxn modelId="{91D8B7BB-202D-4B2F-8B00-5FD9B32764BE}" type="presParOf" srcId="{8665859B-A1DD-4DC1-85B4-77700FE9AF46}" destId="{0231477C-ACA1-46DE-8F64-AF6CA3F1D654}" srcOrd="4" destOrd="0" presId="urn:microsoft.com/office/officeart/2005/8/layout/process4"/>
    <dgm:cxn modelId="{3AF58788-F33E-48B0-A60F-360554239DCA}" type="presParOf" srcId="{0231477C-ACA1-46DE-8F64-AF6CA3F1D654}" destId="{10425546-85BF-4EFE-B201-5781666C9CB0}" srcOrd="0" destOrd="0" presId="urn:microsoft.com/office/officeart/2005/8/layout/process4"/>
    <dgm:cxn modelId="{82CED00F-963E-49C5-B3F6-E9F47C90C379}" type="presParOf" srcId="{8665859B-A1DD-4DC1-85B4-77700FE9AF46}" destId="{FA063FCD-9398-4765-B969-240A0B657D33}" srcOrd="5" destOrd="0" presId="urn:microsoft.com/office/officeart/2005/8/layout/process4"/>
    <dgm:cxn modelId="{B82EC292-6920-47D2-A1F5-482CE0368698}" type="presParOf" srcId="{8665859B-A1DD-4DC1-85B4-77700FE9AF46}" destId="{9043FE37-947F-49AD-AD98-38984C52AC28}" srcOrd="6" destOrd="0" presId="urn:microsoft.com/office/officeart/2005/8/layout/process4"/>
    <dgm:cxn modelId="{B29F73D6-F758-4B46-862A-F588735921DD}" type="presParOf" srcId="{9043FE37-947F-49AD-AD98-38984C52AC28}" destId="{860A691B-6F5F-42DD-A5A5-63308D98618D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E69C5BC-0DD6-4AE6-B0B6-60991F7F34F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2_2" csCatId="accent2" phldr="1"/>
      <dgm:spPr/>
      <dgm:t>
        <a:bodyPr/>
        <a:lstStyle/>
        <a:p>
          <a:endParaRPr lang="en-US"/>
        </a:p>
      </dgm:t>
    </dgm:pt>
    <dgm:pt modelId="{2754D5C7-534D-4B7C-B637-5F27E7851505}">
      <dgm:prSet custT="1"/>
      <dgm:spPr/>
      <dgm:t>
        <a:bodyPr/>
        <a:lstStyle/>
        <a:p>
          <a:r>
            <a:rPr lang="en-US" sz="2400" b="1">
              <a:latin typeface="Times New Roman" panose="02020603050405020304" pitchFamily="18" charset="0"/>
              <a:cs typeface="Times New Roman" panose="02020603050405020304" pitchFamily="18" charset="0"/>
            </a:rPr>
            <a:t>Problem:</a:t>
          </a:r>
          <a:r>
            <a:rPr lang="en-US" sz="2400">
              <a:latin typeface="Times New Roman" panose="02020603050405020304" pitchFamily="18" charset="0"/>
              <a:cs typeface="Times New Roman" panose="02020603050405020304" pitchFamily="18" charset="0"/>
            </a:rPr>
            <a:t> LLMs hallucinate.</a:t>
          </a:r>
        </a:p>
      </dgm:t>
    </dgm:pt>
    <dgm:pt modelId="{B45BC9D8-AF85-4248-9CC8-93359AD46E4D}" type="parTrans" cxnId="{5A5481CB-C4CD-444C-9566-62ECDE99F418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0A5555C-38DC-444F-9808-04DF954A3F27}" type="sibTrans" cxnId="{5A5481CB-C4CD-444C-9566-62ECDE99F418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3620EA-FACE-49C6-B9FA-AB097E0D2FC8}">
      <dgm:prSet custT="1"/>
      <dgm:spPr/>
      <dgm:t>
        <a:bodyPr/>
        <a:lstStyle/>
        <a:p>
          <a:r>
            <a:rPr lang="en-US" sz="2400" b="1">
              <a:latin typeface="Times New Roman" panose="02020603050405020304" pitchFamily="18" charset="0"/>
              <a:cs typeface="Times New Roman" panose="02020603050405020304" pitchFamily="18" charset="0"/>
            </a:rPr>
            <a:t>Solution:</a:t>
          </a:r>
          <a:r>
            <a:rPr lang="en-US" sz="2400">
              <a:latin typeface="Times New Roman" panose="02020603050405020304" pitchFamily="18" charset="0"/>
              <a:cs typeface="Times New Roman" panose="02020603050405020304" pitchFamily="18" charset="0"/>
            </a:rPr>
            <a:t> Retrieval-Augmented Generation (RAG) approach.</a:t>
          </a:r>
        </a:p>
      </dgm:t>
    </dgm:pt>
    <dgm:pt modelId="{A6A53A65-B72E-4BEE-9D31-ED188B06ABA5}" type="parTrans" cxnId="{ADF51E57-55FB-4E61-BED1-B47A6F206EFA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9810F1F-1726-4D35-B2F5-433715FEC6B2}" type="sibTrans" cxnId="{ADF51E57-55FB-4E61-BED1-B47A6F206EFA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4ACAB12-CF04-42E9-BB9D-3153B6CD86BF}">
      <dgm:prSet custT="1"/>
      <dgm:spPr/>
      <dgm:t>
        <a:bodyPr/>
        <a:lstStyle/>
        <a:p>
          <a:r>
            <a:rPr lang="en-US" sz="2400" b="1">
              <a:latin typeface="Times New Roman" panose="02020603050405020304" pitchFamily="18" charset="0"/>
              <a:cs typeface="Times New Roman" panose="02020603050405020304" pitchFamily="18" charset="0"/>
            </a:rPr>
            <a:t>Workflow:</a:t>
          </a:r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3674860-4BBD-452C-83F4-15E8B77A0909}" type="parTrans" cxnId="{99F17624-C0B0-4D00-BE13-64128D293064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D4456C-1D72-4AAF-BA50-C3C222959417}" type="sibTrans" cxnId="{99F17624-C0B0-4D00-BE13-64128D293064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08F2B5A-89AD-49F6-9AB8-E4D915DDD382}">
      <dgm:prSet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1. Retrieve product data (FAISS).</a:t>
          </a:r>
        </a:p>
      </dgm:t>
    </dgm:pt>
    <dgm:pt modelId="{AE3DD32F-EF53-4F70-81AD-955667A6CC5C}" type="parTrans" cxnId="{FD8F1E40-0EFD-4B46-8ED2-537E4D0D34DC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5C17D73-DC3E-4090-9233-D17924FD0879}" type="sibTrans" cxnId="{FD8F1E40-0EFD-4B46-8ED2-537E4D0D34DC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D7F687A-C154-4EE9-AD1B-72B2B1AD8C96}">
      <dgm:prSet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2. Feed data as context to LLM (Phi-3).</a:t>
          </a:r>
        </a:p>
      </dgm:t>
    </dgm:pt>
    <dgm:pt modelId="{5A6FF98C-50EB-4CD0-A12A-E129A6C1F897}" type="parTrans" cxnId="{4ECC795B-4F41-4018-A37C-9683BEDB3E6E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3260A09-F967-46A1-BD36-B962248A68DB}" type="sibTrans" cxnId="{4ECC795B-4F41-4018-A37C-9683BEDB3E6E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1F9C0BE-9379-4A28-B274-2FA4D7ABBC19}">
      <dgm:prSet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3. Generate factual, concise explanation.</a:t>
          </a:r>
        </a:p>
      </dgm:t>
    </dgm:pt>
    <dgm:pt modelId="{E8972431-54A9-40A8-8CFD-F0760DC687AC}" type="parTrans" cxnId="{C0A1A80F-0271-4A4F-9F81-E1D1540B5D84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8F9CA7A-1C9A-48B7-A831-4001F6EE349A}" type="sibTrans" cxnId="{C0A1A80F-0271-4A4F-9F81-E1D1540B5D84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E7842DD-CDE9-467D-9715-CF86BB26BF56}">
      <dgm:prSet custT="1"/>
      <dgm:spPr/>
      <dgm:t>
        <a:bodyPr/>
        <a:lstStyle/>
        <a:p>
          <a:r>
            <a:rPr lang="en-US" sz="2400" b="1">
              <a:latin typeface="Times New Roman" panose="02020603050405020304" pitchFamily="18" charset="0"/>
              <a:cs typeface="Times New Roman" panose="02020603050405020304" pitchFamily="18" charset="0"/>
            </a:rPr>
            <a:t>Example:</a:t>
          </a:r>
          <a:r>
            <a:rPr lang="en-US" sz="2400">
              <a:latin typeface="Times New Roman" panose="02020603050405020304" pitchFamily="18" charset="0"/>
              <a:cs typeface="Times New Roman" panose="02020603050405020304" pitchFamily="18" charset="0"/>
            </a:rPr>
            <a:t> "This product is recommended because it matches your query for 'red shoes' and has a 4.8 rating."</a:t>
          </a:r>
        </a:p>
      </dgm:t>
    </dgm:pt>
    <dgm:pt modelId="{E5EDCFB6-23C6-47C4-8618-DA969354DEED}" type="parTrans" cxnId="{BDFB6B8E-36D3-4804-AFD4-E3DBC67F3BA9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D77FD8B-01CC-4512-9946-302469279198}" type="sibTrans" cxnId="{BDFB6B8E-36D3-4804-AFD4-E3DBC67F3BA9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F19776-C473-438E-BCEB-6851A4678279}" type="pres">
      <dgm:prSet presAssocID="{2E69C5BC-0DD6-4AE6-B0B6-60991F7F34FF}" presName="root" presStyleCnt="0">
        <dgm:presLayoutVars>
          <dgm:dir/>
          <dgm:resizeHandles val="exact"/>
        </dgm:presLayoutVars>
      </dgm:prSet>
      <dgm:spPr/>
    </dgm:pt>
    <dgm:pt modelId="{B4229CBB-EBD8-444D-BD21-3735C4A47D97}" type="pres">
      <dgm:prSet presAssocID="{2754D5C7-534D-4B7C-B637-5F27E7851505}" presName="compNode" presStyleCnt="0"/>
      <dgm:spPr/>
    </dgm:pt>
    <dgm:pt modelId="{6F97653E-85D8-4C88-90B6-25DBADADF4D1}" type="pres">
      <dgm:prSet presAssocID="{2754D5C7-534D-4B7C-B637-5F27E7851505}" presName="bgRect" presStyleLbl="bgShp" presStyleIdx="0" presStyleCnt="4"/>
      <dgm:spPr/>
    </dgm:pt>
    <dgm:pt modelId="{2228606C-9617-46CF-B68D-8C943A76DCC9}" type="pres">
      <dgm:prSet presAssocID="{2754D5C7-534D-4B7C-B637-5F27E785150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375134D3-10A4-43A7-B071-151DF4AAE377}" type="pres">
      <dgm:prSet presAssocID="{2754D5C7-534D-4B7C-B637-5F27E7851505}" presName="spaceRect" presStyleCnt="0"/>
      <dgm:spPr/>
    </dgm:pt>
    <dgm:pt modelId="{E8E9F4E0-66B9-497F-887C-BA8B45988301}" type="pres">
      <dgm:prSet presAssocID="{2754D5C7-534D-4B7C-B637-5F27E7851505}" presName="parTx" presStyleLbl="revTx" presStyleIdx="0" presStyleCnt="5">
        <dgm:presLayoutVars>
          <dgm:chMax val="0"/>
          <dgm:chPref val="0"/>
        </dgm:presLayoutVars>
      </dgm:prSet>
      <dgm:spPr/>
    </dgm:pt>
    <dgm:pt modelId="{560EC9A9-714E-4E07-A6B3-BCAEE29FC723}" type="pres">
      <dgm:prSet presAssocID="{70A5555C-38DC-444F-9808-04DF954A3F27}" presName="sibTrans" presStyleCnt="0"/>
      <dgm:spPr/>
    </dgm:pt>
    <dgm:pt modelId="{DD8C3DF7-5238-4BB0-B1B6-85ABA229BB1D}" type="pres">
      <dgm:prSet presAssocID="{753620EA-FACE-49C6-B9FA-AB097E0D2FC8}" presName="compNode" presStyleCnt="0"/>
      <dgm:spPr/>
    </dgm:pt>
    <dgm:pt modelId="{D5EB0DF2-C108-426B-9E84-C1C9D0BD5E18}" type="pres">
      <dgm:prSet presAssocID="{753620EA-FACE-49C6-B9FA-AB097E0D2FC8}" presName="bgRect" presStyleLbl="bgShp" presStyleIdx="1" presStyleCnt="4"/>
      <dgm:spPr/>
    </dgm:pt>
    <dgm:pt modelId="{49E4D6DB-EFBD-4A30-9209-171B1599F88A}" type="pres">
      <dgm:prSet presAssocID="{753620EA-FACE-49C6-B9FA-AB097E0D2FC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A7BCE3EE-C361-434C-A9C8-45AB9202DA0A}" type="pres">
      <dgm:prSet presAssocID="{753620EA-FACE-49C6-B9FA-AB097E0D2FC8}" presName="spaceRect" presStyleCnt="0"/>
      <dgm:spPr/>
    </dgm:pt>
    <dgm:pt modelId="{6AC0E5CE-7E23-440E-A46D-2EA8B5177EAF}" type="pres">
      <dgm:prSet presAssocID="{753620EA-FACE-49C6-B9FA-AB097E0D2FC8}" presName="parTx" presStyleLbl="revTx" presStyleIdx="1" presStyleCnt="5">
        <dgm:presLayoutVars>
          <dgm:chMax val="0"/>
          <dgm:chPref val="0"/>
        </dgm:presLayoutVars>
      </dgm:prSet>
      <dgm:spPr/>
    </dgm:pt>
    <dgm:pt modelId="{12E5AC0D-12DD-4ED8-AA85-55A7E1F1FF6B}" type="pres">
      <dgm:prSet presAssocID="{39810F1F-1726-4D35-B2F5-433715FEC6B2}" presName="sibTrans" presStyleCnt="0"/>
      <dgm:spPr/>
    </dgm:pt>
    <dgm:pt modelId="{70832467-AAC7-4B7F-89E8-7E4C04C0B545}" type="pres">
      <dgm:prSet presAssocID="{64ACAB12-CF04-42E9-BB9D-3153B6CD86BF}" presName="compNode" presStyleCnt="0"/>
      <dgm:spPr/>
    </dgm:pt>
    <dgm:pt modelId="{DE5F18C2-310D-4E0D-BDF3-8EAC5EB055B8}" type="pres">
      <dgm:prSet presAssocID="{64ACAB12-CF04-42E9-BB9D-3153B6CD86BF}" presName="bgRect" presStyleLbl="bgShp" presStyleIdx="2" presStyleCnt="4"/>
      <dgm:spPr/>
    </dgm:pt>
    <dgm:pt modelId="{92C4EE49-2F83-4E9A-BCCF-4DE3E200A9C3}" type="pres">
      <dgm:prSet presAssocID="{64ACAB12-CF04-42E9-BB9D-3153B6CD86B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369F7F59-A24E-4FA2-9D5E-BFF9C9571534}" type="pres">
      <dgm:prSet presAssocID="{64ACAB12-CF04-42E9-BB9D-3153B6CD86BF}" presName="spaceRect" presStyleCnt="0"/>
      <dgm:spPr/>
    </dgm:pt>
    <dgm:pt modelId="{352E1E95-BC38-4F30-8411-4B463C21AB51}" type="pres">
      <dgm:prSet presAssocID="{64ACAB12-CF04-42E9-BB9D-3153B6CD86BF}" presName="parTx" presStyleLbl="revTx" presStyleIdx="2" presStyleCnt="5">
        <dgm:presLayoutVars>
          <dgm:chMax val="0"/>
          <dgm:chPref val="0"/>
        </dgm:presLayoutVars>
      </dgm:prSet>
      <dgm:spPr/>
    </dgm:pt>
    <dgm:pt modelId="{75980740-F45E-47AF-A44A-B311D4A74E38}" type="pres">
      <dgm:prSet presAssocID="{64ACAB12-CF04-42E9-BB9D-3153B6CD86BF}" presName="desTx" presStyleLbl="revTx" presStyleIdx="3" presStyleCnt="5">
        <dgm:presLayoutVars/>
      </dgm:prSet>
      <dgm:spPr/>
    </dgm:pt>
    <dgm:pt modelId="{95C946D0-1532-490F-90A7-4063BB4666CE}" type="pres">
      <dgm:prSet presAssocID="{F7D4456C-1D72-4AAF-BA50-C3C222959417}" presName="sibTrans" presStyleCnt="0"/>
      <dgm:spPr/>
    </dgm:pt>
    <dgm:pt modelId="{C79E5251-712D-43CF-A399-659A73F2CA79}" type="pres">
      <dgm:prSet presAssocID="{9E7842DD-CDE9-467D-9715-CF86BB26BF56}" presName="compNode" presStyleCnt="0"/>
      <dgm:spPr/>
    </dgm:pt>
    <dgm:pt modelId="{3463FCD4-357D-4620-BE31-2A2145F241FD}" type="pres">
      <dgm:prSet presAssocID="{9E7842DD-CDE9-467D-9715-CF86BB26BF56}" presName="bgRect" presStyleLbl="bgShp" presStyleIdx="3" presStyleCnt="4"/>
      <dgm:spPr/>
    </dgm:pt>
    <dgm:pt modelId="{A163A61A-6153-4EC0-BD7D-8E5C3CC774DE}" type="pres">
      <dgm:prSet presAssocID="{9E7842DD-CDE9-467D-9715-CF86BB26BF5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B0991566-EBBE-4E92-A6E4-6CD40A0C1877}" type="pres">
      <dgm:prSet presAssocID="{9E7842DD-CDE9-467D-9715-CF86BB26BF56}" presName="spaceRect" presStyleCnt="0"/>
      <dgm:spPr/>
    </dgm:pt>
    <dgm:pt modelId="{C4A181EB-D69D-41A6-B379-C1B64E425168}" type="pres">
      <dgm:prSet presAssocID="{9E7842DD-CDE9-467D-9715-CF86BB26BF5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0A1A80F-0271-4A4F-9F81-E1D1540B5D84}" srcId="{64ACAB12-CF04-42E9-BB9D-3153B6CD86BF}" destId="{D1F9C0BE-9379-4A28-B274-2FA4D7ABBC19}" srcOrd="2" destOrd="0" parTransId="{E8972431-54A9-40A8-8CFD-F0760DC687AC}" sibTransId="{A8F9CA7A-1C9A-48B7-A831-4001F6EE349A}"/>
    <dgm:cxn modelId="{36C82013-C918-4B4A-BC21-651DB1FB607A}" type="presOf" srcId="{0D7F687A-C154-4EE9-AD1B-72B2B1AD8C96}" destId="{75980740-F45E-47AF-A44A-B311D4A74E38}" srcOrd="0" destOrd="1" presId="urn:microsoft.com/office/officeart/2018/2/layout/IconVerticalSolidList"/>
    <dgm:cxn modelId="{99F17624-C0B0-4D00-BE13-64128D293064}" srcId="{2E69C5BC-0DD6-4AE6-B0B6-60991F7F34FF}" destId="{64ACAB12-CF04-42E9-BB9D-3153B6CD86BF}" srcOrd="2" destOrd="0" parTransId="{C3674860-4BBD-452C-83F4-15E8B77A0909}" sibTransId="{F7D4456C-1D72-4AAF-BA50-C3C222959417}"/>
    <dgm:cxn modelId="{406A1728-EDB2-4537-A8E5-3AA5A944A86A}" type="presOf" srcId="{408F2B5A-89AD-49F6-9AB8-E4D915DDD382}" destId="{75980740-F45E-47AF-A44A-B311D4A74E38}" srcOrd="0" destOrd="0" presId="urn:microsoft.com/office/officeart/2018/2/layout/IconVerticalSolidList"/>
    <dgm:cxn modelId="{426DA430-85B6-4007-B14C-6390BECD71C9}" type="presOf" srcId="{D1F9C0BE-9379-4A28-B274-2FA4D7ABBC19}" destId="{75980740-F45E-47AF-A44A-B311D4A74E38}" srcOrd="0" destOrd="2" presId="urn:microsoft.com/office/officeart/2018/2/layout/IconVerticalSolidList"/>
    <dgm:cxn modelId="{FD8F1E40-0EFD-4B46-8ED2-537E4D0D34DC}" srcId="{64ACAB12-CF04-42E9-BB9D-3153B6CD86BF}" destId="{408F2B5A-89AD-49F6-9AB8-E4D915DDD382}" srcOrd="0" destOrd="0" parTransId="{AE3DD32F-EF53-4F70-81AD-955667A6CC5C}" sibTransId="{D5C17D73-DC3E-4090-9233-D17924FD0879}"/>
    <dgm:cxn modelId="{4ECC795B-4F41-4018-A37C-9683BEDB3E6E}" srcId="{64ACAB12-CF04-42E9-BB9D-3153B6CD86BF}" destId="{0D7F687A-C154-4EE9-AD1B-72B2B1AD8C96}" srcOrd="1" destOrd="0" parTransId="{5A6FF98C-50EB-4CD0-A12A-E129A6C1F897}" sibTransId="{73260A09-F967-46A1-BD36-B962248A68DB}"/>
    <dgm:cxn modelId="{8FD38D5E-CF8F-41C5-86FC-2196B93B5638}" type="presOf" srcId="{64ACAB12-CF04-42E9-BB9D-3153B6CD86BF}" destId="{352E1E95-BC38-4F30-8411-4B463C21AB51}" srcOrd="0" destOrd="0" presId="urn:microsoft.com/office/officeart/2018/2/layout/IconVerticalSolidList"/>
    <dgm:cxn modelId="{1B7F1866-7EA1-455C-AC2F-33DD4D2F38A6}" type="presOf" srcId="{2754D5C7-534D-4B7C-B637-5F27E7851505}" destId="{E8E9F4E0-66B9-497F-887C-BA8B45988301}" srcOrd="0" destOrd="0" presId="urn:microsoft.com/office/officeart/2018/2/layout/IconVerticalSolidList"/>
    <dgm:cxn modelId="{ADF51E57-55FB-4E61-BED1-B47A6F206EFA}" srcId="{2E69C5BC-0DD6-4AE6-B0B6-60991F7F34FF}" destId="{753620EA-FACE-49C6-B9FA-AB097E0D2FC8}" srcOrd="1" destOrd="0" parTransId="{A6A53A65-B72E-4BEE-9D31-ED188B06ABA5}" sibTransId="{39810F1F-1726-4D35-B2F5-433715FEC6B2}"/>
    <dgm:cxn modelId="{2BAAE959-BF9C-4304-A7B6-A0F89B99AC59}" type="presOf" srcId="{9E7842DD-CDE9-467D-9715-CF86BB26BF56}" destId="{C4A181EB-D69D-41A6-B379-C1B64E425168}" srcOrd="0" destOrd="0" presId="urn:microsoft.com/office/officeart/2018/2/layout/IconVerticalSolidList"/>
    <dgm:cxn modelId="{BDFB6B8E-36D3-4804-AFD4-E3DBC67F3BA9}" srcId="{2E69C5BC-0DD6-4AE6-B0B6-60991F7F34FF}" destId="{9E7842DD-CDE9-467D-9715-CF86BB26BF56}" srcOrd="3" destOrd="0" parTransId="{E5EDCFB6-23C6-47C4-8618-DA969354DEED}" sibTransId="{7D77FD8B-01CC-4512-9946-302469279198}"/>
    <dgm:cxn modelId="{5A5481CB-C4CD-444C-9566-62ECDE99F418}" srcId="{2E69C5BC-0DD6-4AE6-B0B6-60991F7F34FF}" destId="{2754D5C7-534D-4B7C-B637-5F27E7851505}" srcOrd="0" destOrd="0" parTransId="{B45BC9D8-AF85-4248-9CC8-93359AD46E4D}" sibTransId="{70A5555C-38DC-444F-9808-04DF954A3F27}"/>
    <dgm:cxn modelId="{D60430FB-2AF7-4B04-995F-DC1382C1F0B4}" type="presOf" srcId="{2E69C5BC-0DD6-4AE6-B0B6-60991F7F34FF}" destId="{F7F19776-C473-438E-BCEB-6851A4678279}" srcOrd="0" destOrd="0" presId="urn:microsoft.com/office/officeart/2018/2/layout/IconVerticalSolidList"/>
    <dgm:cxn modelId="{B7F0EFFC-6CDE-4481-B83C-CB557D4454BE}" type="presOf" srcId="{753620EA-FACE-49C6-B9FA-AB097E0D2FC8}" destId="{6AC0E5CE-7E23-440E-A46D-2EA8B5177EAF}" srcOrd="0" destOrd="0" presId="urn:microsoft.com/office/officeart/2018/2/layout/IconVerticalSolidList"/>
    <dgm:cxn modelId="{D1623CF0-F0FC-4816-8134-89A4FF6CF901}" type="presParOf" srcId="{F7F19776-C473-438E-BCEB-6851A4678279}" destId="{B4229CBB-EBD8-444D-BD21-3735C4A47D97}" srcOrd="0" destOrd="0" presId="urn:microsoft.com/office/officeart/2018/2/layout/IconVerticalSolidList"/>
    <dgm:cxn modelId="{73B4A6D2-91C7-4130-AFA5-55563B5B5436}" type="presParOf" srcId="{B4229CBB-EBD8-444D-BD21-3735C4A47D97}" destId="{6F97653E-85D8-4C88-90B6-25DBADADF4D1}" srcOrd="0" destOrd="0" presId="urn:microsoft.com/office/officeart/2018/2/layout/IconVerticalSolidList"/>
    <dgm:cxn modelId="{8302B9AC-7BEE-4347-BBE3-9687132C40DF}" type="presParOf" srcId="{B4229CBB-EBD8-444D-BD21-3735C4A47D97}" destId="{2228606C-9617-46CF-B68D-8C943A76DCC9}" srcOrd="1" destOrd="0" presId="urn:microsoft.com/office/officeart/2018/2/layout/IconVerticalSolidList"/>
    <dgm:cxn modelId="{EDBB2411-A0FF-44B9-8E31-1B0AE7B2731C}" type="presParOf" srcId="{B4229CBB-EBD8-444D-BD21-3735C4A47D97}" destId="{375134D3-10A4-43A7-B071-151DF4AAE377}" srcOrd="2" destOrd="0" presId="urn:microsoft.com/office/officeart/2018/2/layout/IconVerticalSolidList"/>
    <dgm:cxn modelId="{35ABE28E-54E4-437D-B77B-102BC0705FDF}" type="presParOf" srcId="{B4229CBB-EBD8-444D-BD21-3735C4A47D97}" destId="{E8E9F4E0-66B9-497F-887C-BA8B45988301}" srcOrd="3" destOrd="0" presId="urn:microsoft.com/office/officeart/2018/2/layout/IconVerticalSolidList"/>
    <dgm:cxn modelId="{9B4FE14A-5176-4305-A800-1CCC79079D8F}" type="presParOf" srcId="{F7F19776-C473-438E-BCEB-6851A4678279}" destId="{560EC9A9-714E-4E07-A6B3-BCAEE29FC723}" srcOrd="1" destOrd="0" presId="urn:microsoft.com/office/officeart/2018/2/layout/IconVerticalSolidList"/>
    <dgm:cxn modelId="{C88F3359-E42C-4467-BC35-5EE920FE626D}" type="presParOf" srcId="{F7F19776-C473-438E-BCEB-6851A4678279}" destId="{DD8C3DF7-5238-4BB0-B1B6-85ABA229BB1D}" srcOrd="2" destOrd="0" presId="urn:microsoft.com/office/officeart/2018/2/layout/IconVerticalSolidList"/>
    <dgm:cxn modelId="{A62E4E9C-077E-4A45-8F51-C9ACAA5EBD4D}" type="presParOf" srcId="{DD8C3DF7-5238-4BB0-B1B6-85ABA229BB1D}" destId="{D5EB0DF2-C108-426B-9E84-C1C9D0BD5E18}" srcOrd="0" destOrd="0" presId="urn:microsoft.com/office/officeart/2018/2/layout/IconVerticalSolidList"/>
    <dgm:cxn modelId="{A8696731-AAC1-4D57-AC9B-30ADDD7D4772}" type="presParOf" srcId="{DD8C3DF7-5238-4BB0-B1B6-85ABA229BB1D}" destId="{49E4D6DB-EFBD-4A30-9209-171B1599F88A}" srcOrd="1" destOrd="0" presId="urn:microsoft.com/office/officeart/2018/2/layout/IconVerticalSolidList"/>
    <dgm:cxn modelId="{D019C591-FF8A-4746-9A78-04F44AA76358}" type="presParOf" srcId="{DD8C3DF7-5238-4BB0-B1B6-85ABA229BB1D}" destId="{A7BCE3EE-C361-434C-A9C8-45AB9202DA0A}" srcOrd="2" destOrd="0" presId="urn:microsoft.com/office/officeart/2018/2/layout/IconVerticalSolidList"/>
    <dgm:cxn modelId="{4B074B20-6F70-4BE1-AE0A-E53C06FAC008}" type="presParOf" srcId="{DD8C3DF7-5238-4BB0-B1B6-85ABA229BB1D}" destId="{6AC0E5CE-7E23-440E-A46D-2EA8B5177EAF}" srcOrd="3" destOrd="0" presId="urn:microsoft.com/office/officeart/2018/2/layout/IconVerticalSolidList"/>
    <dgm:cxn modelId="{75CE580F-72CE-4E26-9EE6-04B0E5194D69}" type="presParOf" srcId="{F7F19776-C473-438E-BCEB-6851A4678279}" destId="{12E5AC0D-12DD-4ED8-AA85-55A7E1F1FF6B}" srcOrd="3" destOrd="0" presId="urn:microsoft.com/office/officeart/2018/2/layout/IconVerticalSolidList"/>
    <dgm:cxn modelId="{BEB6C03C-296A-4C75-A877-D46488FE36C9}" type="presParOf" srcId="{F7F19776-C473-438E-BCEB-6851A4678279}" destId="{70832467-AAC7-4B7F-89E8-7E4C04C0B545}" srcOrd="4" destOrd="0" presId="urn:microsoft.com/office/officeart/2018/2/layout/IconVerticalSolidList"/>
    <dgm:cxn modelId="{D919C08E-C5E0-4085-933D-0BBC58888C28}" type="presParOf" srcId="{70832467-AAC7-4B7F-89E8-7E4C04C0B545}" destId="{DE5F18C2-310D-4E0D-BDF3-8EAC5EB055B8}" srcOrd="0" destOrd="0" presId="urn:microsoft.com/office/officeart/2018/2/layout/IconVerticalSolidList"/>
    <dgm:cxn modelId="{5C826553-321D-4143-BFDC-B26932FF3CD2}" type="presParOf" srcId="{70832467-AAC7-4B7F-89E8-7E4C04C0B545}" destId="{92C4EE49-2F83-4E9A-BCCF-4DE3E200A9C3}" srcOrd="1" destOrd="0" presId="urn:microsoft.com/office/officeart/2018/2/layout/IconVerticalSolidList"/>
    <dgm:cxn modelId="{F68EB124-6D28-401E-BB8F-EA5F81EAA55F}" type="presParOf" srcId="{70832467-AAC7-4B7F-89E8-7E4C04C0B545}" destId="{369F7F59-A24E-4FA2-9D5E-BFF9C9571534}" srcOrd="2" destOrd="0" presId="urn:microsoft.com/office/officeart/2018/2/layout/IconVerticalSolidList"/>
    <dgm:cxn modelId="{8D5D251F-44D8-474D-8127-457C64AC416C}" type="presParOf" srcId="{70832467-AAC7-4B7F-89E8-7E4C04C0B545}" destId="{352E1E95-BC38-4F30-8411-4B463C21AB51}" srcOrd="3" destOrd="0" presId="urn:microsoft.com/office/officeart/2018/2/layout/IconVerticalSolidList"/>
    <dgm:cxn modelId="{0C381C40-8F3D-4E28-8ED9-E82CB147FD2C}" type="presParOf" srcId="{70832467-AAC7-4B7F-89E8-7E4C04C0B545}" destId="{75980740-F45E-47AF-A44A-B311D4A74E38}" srcOrd="4" destOrd="0" presId="urn:microsoft.com/office/officeart/2018/2/layout/IconVerticalSolidList"/>
    <dgm:cxn modelId="{71C64B85-FF9A-4DD1-B203-23744A9105DA}" type="presParOf" srcId="{F7F19776-C473-438E-BCEB-6851A4678279}" destId="{95C946D0-1532-490F-90A7-4063BB4666CE}" srcOrd="5" destOrd="0" presId="urn:microsoft.com/office/officeart/2018/2/layout/IconVerticalSolidList"/>
    <dgm:cxn modelId="{211074E2-8320-45EA-A63D-C7E6640266ED}" type="presParOf" srcId="{F7F19776-C473-438E-BCEB-6851A4678279}" destId="{C79E5251-712D-43CF-A399-659A73F2CA79}" srcOrd="6" destOrd="0" presId="urn:microsoft.com/office/officeart/2018/2/layout/IconVerticalSolidList"/>
    <dgm:cxn modelId="{F8CA3E8E-7B81-432C-B1A0-9810BC792D9F}" type="presParOf" srcId="{C79E5251-712D-43CF-A399-659A73F2CA79}" destId="{3463FCD4-357D-4620-BE31-2A2145F241FD}" srcOrd="0" destOrd="0" presId="urn:microsoft.com/office/officeart/2018/2/layout/IconVerticalSolidList"/>
    <dgm:cxn modelId="{65E38AB8-90C4-40F5-98C9-B2AC3F2D0CCC}" type="presParOf" srcId="{C79E5251-712D-43CF-A399-659A73F2CA79}" destId="{A163A61A-6153-4EC0-BD7D-8E5C3CC774DE}" srcOrd="1" destOrd="0" presId="urn:microsoft.com/office/officeart/2018/2/layout/IconVerticalSolidList"/>
    <dgm:cxn modelId="{2DAAE6F4-DAF5-4F67-A509-B474DFC00C3B}" type="presParOf" srcId="{C79E5251-712D-43CF-A399-659A73F2CA79}" destId="{B0991566-EBBE-4E92-A6E4-6CD40A0C1877}" srcOrd="2" destOrd="0" presId="urn:microsoft.com/office/officeart/2018/2/layout/IconVerticalSolidList"/>
    <dgm:cxn modelId="{74532CD2-D615-4919-973A-97ED8E07D0C2}" type="presParOf" srcId="{C79E5251-712D-43CF-A399-659A73F2CA79}" destId="{C4A181EB-D69D-41A6-B379-C1B64E42516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AC7D79F-132F-4F59-8E57-6700EFB5A778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4041553-7CD1-43A2-9155-72160A08F1AE}">
      <dgm:prSet/>
      <dgm:spPr/>
      <dgm:t>
        <a:bodyPr/>
        <a:lstStyle/>
        <a:p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Multilingual: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04ABC22-837E-451B-8CE8-AD34F7863CBB}" type="parTrans" cxnId="{14B97653-E4CE-4EAD-B4DD-97CDB30C1C37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486EFB8-2B43-4E61-A991-1CD810A90B47}" type="sibTrans" cxnId="{14B97653-E4CE-4EAD-B4DD-97CDB30C1C37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E1BA2F3-DA8A-4E5D-BD1E-12D958D598B8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Detect language (Langdetect).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760C68D-CD78-47A3-BB2F-06B946E9DC6F}" type="parTrans" cxnId="{B24B07BF-55DE-4469-BEF4-2AF7A4BA1A7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0AEE685-7CE8-49B9-BD82-342082A49645}" type="sibTrans" cxnId="{B24B07BF-55DE-4469-BEF4-2AF7A4BA1A7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096D0CD-3860-4425-9690-98BC6DD3E1BC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Translate to English (GoogleTranslator).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D1C20F9-E1F9-4FC6-9019-47692A31F22A}" type="parTrans" cxnId="{91FACEAE-3302-4E4B-BE80-2E4C95FFEDF7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A2684FC-A7E6-4552-A107-05F178C48713}" type="sibTrans" cxnId="{91FACEAE-3302-4E4B-BE80-2E4C95FFEDF7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1EA42F2-5616-4AF9-B760-928EE91FACD3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Process query normally.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4A05363-24BA-4D6D-B543-1EBD41C3598F}" type="parTrans" cxnId="{B6519E07-24B3-48B8-B468-DAD1F50CB7B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AB5267B-F34F-4A2A-AE8A-44133F07A1FB}" type="sibTrans" cxnId="{B6519E07-24B3-48B8-B468-DAD1F50CB7B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F3F79B0-C2E7-4329-904A-9184C837A6B4}">
      <dgm:prSet/>
      <dgm:spPr/>
      <dgm:t>
        <a:bodyPr/>
        <a:lstStyle/>
        <a:p>
          <a:r>
            <a:rPr lang="en-IN" i="1">
              <a:latin typeface="Times New Roman" panose="02020603050405020304" pitchFamily="18" charset="0"/>
              <a:cs typeface="Times New Roman" panose="02020603050405020304" pitchFamily="18" charset="0"/>
            </a:rPr>
            <a:t>Supported: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 Hindi, Tamil, Telugu, etc.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6C69025-CE2A-4E8C-B536-2D3285EC756C}" type="parTrans" cxnId="{7B3B187C-7CB9-4943-969A-24C1CB66716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157600A-3448-41C1-B885-96EF403A1A96}" type="sibTrans" cxnId="{7B3B187C-7CB9-4943-969A-24C1CB66716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48E2099-6DDD-4252-80CA-39857165BC5A}">
      <dgm:prSet/>
      <dgm:spPr/>
      <dgm:t>
        <a:bodyPr/>
        <a:lstStyle/>
        <a:p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Voice Search: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6A2CF3E-38E3-4965-95FB-8C33AE411467}" type="parTrans" cxnId="{D9FB39AF-80B8-442F-B9AD-3F34755F2B7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2C0D93D-74A8-4D56-86C4-61E4B4D2FE27}" type="sibTrans" cxnId="{D9FB39AF-80B8-442F-B9AD-3F34755F2B7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096C81B-0145-4B3E-B2D4-596A6C477C26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Browser Speech Recognition API.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70FCC4D-C900-4BC9-AECB-BC8A7DA2CB27}" type="parTrans" cxnId="{6386B07E-5EEC-44A6-8B0C-1A873F292A6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B6255C4-6046-42DC-8040-C82647230F01}" type="sibTrans" cxnId="{6386B07E-5EEC-44A6-8B0C-1A873F292A6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6F2FC8D-B4C2-4D0B-B2A9-3D8D8050FE31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Convert speech -&gt; text -&gt; search.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A282BF9-6CDF-4743-AC0C-4A1D86E5499F}" type="parTrans" cxnId="{BBDDA5C4-72FA-40DB-B268-1A5775DE455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2B0236A-0E8E-4D5C-AAAB-1F79B318F325}" type="sibTrans" cxnId="{BBDDA5C4-72FA-40DB-B268-1A5775DE455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EB0D21D-399F-4E4F-9BC9-6954EB2BD843}" type="pres">
      <dgm:prSet presAssocID="{DAC7D79F-132F-4F59-8E57-6700EFB5A778}" presName="linear" presStyleCnt="0">
        <dgm:presLayoutVars>
          <dgm:dir/>
          <dgm:animLvl val="lvl"/>
          <dgm:resizeHandles val="exact"/>
        </dgm:presLayoutVars>
      </dgm:prSet>
      <dgm:spPr/>
    </dgm:pt>
    <dgm:pt modelId="{33F44AEE-A7BC-43E2-BBBE-B5FEB739A954}" type="pres">
      <dgm:prSet presAssocID="{84041553-7CD1-43A2-9155-72160A08F1AE}" presName="parentLin" presStyleCnt="0"/>
      <dgm:spPr/>
    </dgm:pt>
    <dgm:pt modelId="{51CFC0CB-95B4-4ABD-AF65-679D9E2BA714}" type="pres">
      <dgm:prSet presAssocID="{84041553-7CD1-43A2-9155-72160A08F1AE}" presName="parentLeftMargin" presStyleLbl="node1" presStyleIdx="0" presStyleCnt="2"/>
      <dgm:spPr/>
    </dgm:pt>
    <dgm:pt modelId="{7B99D6B2-18FF-4A45-BC3D-2DA5BFE4B868}" type="pres">
      <dgm:prSet presAssocID="{84041553-7CD1-43A2-9155-72160A08F1A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067EA1F-9B0E-41CD-9BA9-25BE7AD86864}" type="pres">
      <dgm:prSet presAssocID="{84041553-7CD1-43A2-9155-72160A08F1AE}" presName="negativeSpace" presStyleCnt="0"/>
      <dgm:spPr/>
    </dgm:pt>
    <dgm:pt modelId="{8F0ADD21-2D50-4956-8134-966027773F6D}" type="pres">
      <dgm:prSet presAssocID="{84041553-7CD1-43A2-9155-72160A08F1AE}" presName="childText" presStyleLbl="conFgAcc1" presStyleIdx="0" presStyleCnt="2">
        <dgm:presLayoutVars>
          <dgm:bulletEnabled val="1"/>
        </dgm:presLayoutVars>
      </dgm:prSet>
      <dgm:spPr/>
    </dgm:pt>
    <dgm:pt modelId="{82A39C21-8145-4EFD-AEF0-CD79DD72336A}" type="pres">
      <dgm:prSet presAssocID="{7486EFB8-2B43-4E61-A991-1CD810A90B47}" presName="spaceBetweenRectangles" presStyleCnt="0"/>
      <dgm:spPr/>
    </dgm:pt>
    <dgm:pt modelId="{68C0012C-FED7-43F0-9469-720B65F2609A}" type="pres">
      <dgm:prSet presAssocID="{748E2099-6DDD-4252-80CA-39857165BC5A}" presName="parentLin" presStyleCnt="0"/>
      <dgm:spPr/>
    </dgm:pt>
    <dgm:pt modelId="{E3A86970-695B-4979-AB18-8DDB383D42B8}" type="pres">
      <dgm:prSet presAssocID="{748E2099-6DDD-4252-80CA-39857165BC5A}" presName="parentLeftMargin" presStyleLbl="node1" presStyleIdx="0" presStyleCnt="2"/>
      <dgm:spPr/>
    </dgm:pt>
    <dgm:pt modelId="{7EC81A39-7A21-42A3-9342-013BD1AD23D8}" type="pres">
      <dgm:prSet presAssocID="{748E2099-6DDD-4252-80CA-39857165BC5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8229F9C-E299-492B-93F4-9788767D379A}" type="pres">
      <dgm:prSet presAssocID="{748E2099-6DDD-4252-80CA-39857165BC5A}" presName="negativeSpace" presStyleCnt="0"/>
      <dgm:spPr/>
    </dgm:pt>
    <dgm:pt modelId="{72D311E3-B6C5-4763-9986-A09A0F6A1AD1}" type="pres">
      <dgm:prSet presAssocID="{748E2099-6DDD-4252-80CA-39857165BC5A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3407D004-5C87-459E-A39C-5968D2972E84}" type="presOf" srcId="{748E2099-6DDD-4252-80CA-39857165BC5A}" destId="{E3A86970-695B-4979-AB18-8DDB383D42B8}" srcOrd="0" destOrd="0" presId="urn:microsoft.com/office/officeart/2005/8/layout/list1"/>
    <dgm:cxn modelId="{B6519E07-24B3-48B8-B468-DAD1F50CB7BE}" srcId="{84041553-7CD1-43A2-9155-72160A08F1AE}" destId="{41EA42F2-5616-4AF9-B760-928EE91FACD3}" srcOrd="2" destOrd="0" parTransId="{F4A05363-24BA-4D6D-B543-1EBD41C3598F}" sibTransId="{DAB5267B-F34F-4A2A-AE8A-44133F07A1FB}"/>
    <dgm:cxn modelId="{4185F709-ADEE-4DE6-B991-48E2AF05A7F4}" type="presOf" srcId="{6096D0CD-3860-4425-9690-98BC6DD3E1BC}" destId="{8F0ADD21-2D50-4956-8134-966027773F6D}" srcOrd="0" destOrd="1" presId="urn:microsoft.com/office/officeart/2005/8/layout/list1"/>
    <dgm:cxn modelId="{D6E94413-768F-42A2-AA51-8CB5155C4609}" type="presOf" srcId="{A6F2FC8D-B4C2-4D0B-B2A9-3D8D8050FE31}" destId="{72D311E3-B6C5-4763-9986-A09A0F6A1AD1}" srcOrd="0" destOrd="1" presId="urn:microsoft.com/office/officeart/2005/8/layout/list1"/>
    <dgm:cxn modelId="{E2502C18-1175-489C-AA5B-747D86F6A3B9}" type="presOf" srcId="{41EA42F2-5616-4AF9-B760-928EE91FACD3}" destId="{8F0ADD21-2D50-4956-8134-966027773F6D}" srcOrd="0" destOrd="2" presId="urn:microsoft.com/office/officeart/2005/8/layout/list1"/>
    <dgm:cxn modelId="{3578281E-3B90-495D-B558-C463208CE858}" type="presOf" srcId="{84041553-7CD1-43A2-9155-72160A08F1AE}" destId="{51CFC0CB-95B4-4ABD-AF65-679D9E2BA714}" srcOrd="0" destOrd="0" presId="urn:microsoft.com/office/officeart/2005/8/layout/list1"/>
    <dgm:cxn modelId="{5D43FF5F-9705-47C6-BD46-5C28AA227F23}" type="presOf" srcId="{84041553-7CD1-43A2-9155-72160A08F1AE}" destId="{7B99D6B2-18FF-4A45-BC3D-2DA5BFE4B868}" srcOrd="1" destOrd="0" presId="urn:microsoft.com/office/officeart/2005/8/layout/list1"/>
    <dgm:cxn modelId="{14B97653-E4CE-4EAD-B4DD-97CDB30C1C37}" srcId="{DAC7D79F-132F-4F59-8E57-6700EFB5A778}" destId="{84041553-7CD1-43A2-9155-72160A08F1AE}" srcOrd="0" destOrd="0" parTransId="{C04ABC22-837E-451B-8CE8-AD34F7863CBB}" sibTransId="{7486EFB8-2B43-4E61-A991-1CD810A90B47}"/>
    <dgm:cxn modelId="{7B3B187C-7CB9-4943-969A-24C1CB667161}" srcId="{84041553-7CD1-43A2-9155-72160A08F1AE}" destId="{CF3F79B0-C2E7-4329-904A-9184C837A6B4}" srcOrd="3" destOrd="0" parTransId="{96C69025-CE2A-4E8C-B536-2D3285EC756C}" sibTransId="{1157600A-3448-41C1-B885-96EF403A1A96}"/>
    <dgm:cxn modelId="{6386B07E-5EEC-44A6-8B0C-1A873F292A6D}" srcId="{748E2099-6DDD-4252-80CA-39857165BC5A}" destId="{F096C81B-0145-4B3E-B2D4-596A6C477C26}" srcOrd="0" destOrd="0" parTransId="{A70FCC4D-C900-4BC9-AECB-BC8A7DA2CB27}" sibTransId="{AB6255C4-6046-42DC-8040-C82647230F01}"/>
    <dgm:cxn modelId="{5BBEDB8A-DCA7-4BB7-8F2C-F01BD663CB7D}" type="presOf" srcId="{F096C81B-0145-4B3E-B2D4-596A6C477C26}" destId="{72D311E3-B6C5-4763-9986-A09A0F6A1AD1}" srcOrd="0" destOrd="0" presId="urn:microsoft.com/office/officeart/2005/8/layout/list1"/>
    <dgm:cxn modelId="{DED512A1-E81F-4B04-B970-C8EA65F3AC3C}" type="presOf" srcId="{FE1BA2F3-DA8A-4E5D-BD1E-12D958D598B8}" destId="{8F0ADD21-2D50-4956-8134-966027773F6D}" srcOrd="0" destOrd="0" presId="urn:microsoft.com/office/officeart/2005/8/layout/list1"/>
    <dgm:cxn modelId="{91FACEAE-3302-4E4B-BE80-2E4C95FFEDF7}" srcId="{84041553-7CD1-43A2-9155-72160A08F1AE}" destId="{6096D0CD-3860-4425-9690-98BC6DD3E1BC}" srcOrd="1" destOrd="0" parTransId="{7D1C20F9-E1F9-4FC6-9019-47692A31F22A}" sibTransId="{8A2684FC-A7E6-4552-A107-05F178C48713}"/>
    <dgm:cxn modelId="{D9FB39AF-80B8-442F-B9AD-3F34755F2B76}" srcId="{DAC7D79F-132F-4F59-8E57-6700EFB5A778}" destId="{748E2099-6DDD-4252-80CA-39857165BC5A}" srcOrd="1" destOrd="0" parTransId="{06A2CF3E-38E3-4965-95FB-8C33AE411467}" sibTransId="{12C0D93D-74A8-4D56-86C4-61E4B4D2FE27}"/>
    <dgm:cxn modelId="{354CE9B9-5134-44F3-8A72-DFB07E234DCE}" type="presOf" srcId="{DAC7D79F-132F-4F59-8E57-6700EFB5A778}" destId="{6EB0D21D-399F-4E4F-9BC9-6954EB2BD843}" srcOrd="0" destOrd="0" presId="urn:microsoft.com/office/officeart/2005/8/layout/list1"/>
    <dgm:cxn modelId="{B24B07BF-55DE-4469-BEF4-2AF7A4BA1A78}" srcId="{84041553-7CD1-43A2-9155-72160A08F1AE}" destId="{FE1BA2F3-DA8A-4E5D-BD1E-12D958D598B8}" srcOrd="0" destOrd="0" parTransId="{5760C68D-CD78-47A3-BB2F-06B946E9DC6F}" sibTransId="{E0AEE685-7CE8-49B9-BD82-342082A49645}"/>
    <dgm:cxn modelId="{BBDDA5C4-72FA-40DB-B268-1A5775DE455E}" srcId="{748E2099-6DDD-4252-80CA-39857165BC5A}" destId="{A6F2FC8D-B4C2-4D0B-B2A9-3D8D8050FE31}" srcOrd="1" destOrd="0" parTransId="{CA282BF9-6CDF-4743-AC0C-4A1D86E5499F}" sibTransId="{E2B0236A-0E8E-4D5C-AAAB-1F79B318F325}"/>
    <dgm:cxn modelId="{CFC333D1-339E-4BAD-A531-D87D2E68D596}" type="presOf" srcId="{748E2099-6DDD-4252-80CA-39857165BC5A}" destId="{7EC81A39-7A21-42A3-9342-013BD1AD23D8}" srcOrd="1" destOrd="0" presId="urn:microsoft.com/office/officeart/2005/8/layout/list1"/>
    <dgm:cxn modelId="{EAA47BE4-0D55-4D54-A538-242F83D9F95D}" type="presOf" srcId="{CF3F79B0-C2E7-4329-904A-9184C837A6B4}" destId="{8F0ADD21-2D50-4956-8134-966027773F6D}" srcOrd="0" destOrd="3" presId="urn:microsoft.com/office/officeart/2005/8/layout/list1"/>
    <dgm:cxn modelId="{FCACC128-83AB-47AF-AE26-9DAF9E6EE573}" type="presParOf" srcId="{6EB0D21D-399F-4E4F-9BC9-6954EB2BD843}" destId="{33F44AEE-A7BC-43E2-BBBE-B5FEB739A954}" srcOrd="0" destOrd="0" presId="urn:microsoft.com/office/officeart/2005/8/layout/list1"/>
    <dgm:cxn modelId="{22551BB6-0E2F-4B79-AE5F-CE8F5FD0EF13}" type="presParOf" srcId="{33F44AEE-A7BC-43E2-BBBE-B5FEB739A954}" destId="{51CFC0CB-95B4-4ABD-AF65-679D9E2BA714}" srcOrd="0" destOrd="0" presId="urn:microsoft.com/office/officeart/2005/8/layout/list1"/>
    <dgm:cxn modelId="{9846C308-0C08-42D8-8ED8-83AA2386715A}" type="presParOf" srcId="{33F44AEE-A7BC-43E2-BBBE-B5FEB739A954}" destId="{7B99D6B2-18FF-4A45-BC3D-2DA5BFE4B868}" srcOrd="1" destOrd="0" presId="urn:microsoft.com/office/officeart/2005/8/layout/list1"/>
    <dgm:cxn modelId="{B0C7425A-4CCE-4E33-A2FD-555B5F67CFF6}" type="presParOf" srcId="{6EB0D21D-399F-4E4F-9BC9-6954EB2BD843}" destId="{F067EA1F-9B0E-41CD-9BA9-25BE7AD86864}" srcOrd="1" destOrd="0" presId="urn:microsoft.com/office/officeart/2005/8/layout/list1"/>
    <dgm:cxn modelId="{0673AE7C-2D66-44A3-89E9-FC3CBC08DA15}" type="presParOf" srcId="{6EB0D21D-399F-4E4F-9BC9-6954EB2BD843}" destId="{8F0ADD21-2D50-4956-8134-966027773F6D}" srcOrd="2" destOrd="0" presId="urn:microsoft.com/office/officeart/2005/8/layout/list1"/>
    <dgm:cxn modelId="{40A3F1CF-C104-4B5D-A321-EF6634F274D7}" type="presParOf" srcId="{6EB0D21D-399F-4E4F-9BC9-6954EB2BD843}" destId="{82A39C21-8145-4EFD-AEF0-CD79DD72336A}" srcOrd="3" destOrd="0" presId="urn:microsoft.com/office/officeart/2005/8/layout/list1"/>
    <dgm:cxn modelId="{744E1078-B31C-48C2-85A0-05C26E8A4931}" type="presParOf" srcId="{6EB0D21D-399F-4E4F-9BC9-6954EB2BD843}" destId="{68C0012C-FED7-43F0-9469-720B65F2609A}" srcOrd="4" destOrd="0" presId="urn:microsoft.com/office/officeart/2005/8/layout/list1"/>
    <dgm:cxn modelId="{08240B99-EA3F-491D-A36E-60E3439BE67C}" type="presParOf" srcId="{68C0012C-FED7-43F0-9469-720B65F2609A}" destId="{E3A86970-695B-4979-AB18-8DDB383D42B8}" srcOrd="0" destOrd="0" presId="urn:microsoft.com/office/officeart/2005/8/layout/list1"/>
    <dgm:cxn modelId="{A2F82FE8-F0ED-4B76-86B2-9065A3C9E059}" type="presParOf" srcId="{68C0012C-FED7-43F0-9469-720B65F2609A}" destId="{7EC81A39-7A21-42A3-9342-013BD1AD23D8}" srcOrd="1" destOrd="0" presId="urn:microsoft.com/office/officeart/2005/8/layout/list1"/>
    <dgm:cxn modelId="{99F784C0-170C-40C1-8DFF-1A2120B26031}" type="presParOf" srcId="{6EB0D21D-399F-4E4F-9BC9-6954EB2BD843}" destId="{E8229F9C-E299-492B-93F4-9788767D379A}" srcOrd="5" destOrd="0" presId="urn:microsoft.com/office/officeart/2005/8/layout/list1"/>
    <dgm:cxn modelId="{705F4D09-DE2D-4600-B6A9-216BA9C36EA1}" type="presParOf" srcId="{6EB0D21D-399F-4E4F-9BC9-6954EB2BD843}" destId="{72D311E3-B6C5-4763-9986-A09A0F6A1AD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DD4FF064-D80B-42E3-9E4A-42655704400B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76BFD33-4F13-4696-9073-B3C4860892CA}">
      <dgm:prSet custT="1"/>
      <dgm:spPr/>
      <dgm:t>
        <a:bodyPr/>
        <a:lstStyle/>
        <a:p>
          <a:r>
            <a:rPr lang="en-IN" sz="2000" b="1">
              <a:latin typeface="Times New Roman" panose="02020603050405020304" pitchFamily="18" charset="0"/>
              <a:cs typeface="Times New Roman" panose="02020603050405020304" pitchFamily="18" charset="0"/>
            </a:rPr>
            <a:t>Framework:</a:t>
          </a:r>
          <a:r>
            <a:rPr lang="en-IN" sz="2000">
              <a:latin typeface="Times New Roman" panose="02020603050405020304" pitchFamily="18" charset="0"/>
              <a:cs typeface="Times New Roman" panose="02020603050405020304" pitchFamily="18" charset="0"/>
            </a:rPr>
            <a:t> FastAPI (Async, high-performance).</a:t>
          </a:r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104E7D3-CB4E-448F-8AC7-B568D36B1D6E}" type="parTrans" cxnId="{ADF6790A-14C3-4F32-8DB1-BBDD7A5E9288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356EBBF-A1FF-48EB-B367-64B19495D773}" type="sibTrans" cxnId="{ADF6790A-14C3-4F32-8DB1-BBDD7A5E9288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99522C2-B2C5-471A-B526-644435CBACDC}">
      <dgm:prSet custT="1"/>
      <dgm:spPr/>
      <dgm:t>
        <a:bodyPr/>
        <a:lstStyle/>
        <a:p>
          <a:r>
            <a:rPr lang="en-IN" sz="2000" b="1">
              <a:latin typeface="Times New Roman" panose="02020603050405020304" pitchFamily="18" charset="0"/>
              <a:cs typeface="Times New Roman" panose="02020603050405020304" pitchFamily="18" charset="0"/>
            </a:rPr>
            <a:t>Key Endpoints:</a:t>
          </a:r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1AC2317-0CD1-4E2C-9854-FAFCBF12A6A4}" type="parTrans" cxnId="{4AFF3F99-142B-4B59-B55A-C7E5E0B7C7B3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A7439B0-F0CF-47B4-B1D9-AC0D9ECCC9BA}" type="sibTrans" cxnId="{4AFF3F99-142B-4B59-B55A-C7E5E0B7C7B3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3F18FC2-8668-4582-AAB0-A1C56DA001AD}">
      <dgm:prSet custT="1"/>
      <dgm:spPr/>
      <dgm:t>
        <a:bodyPr/>
        <a:lstStyle/>
        <a:p>
          <a:r>
            <a:rPr lang="en-IN" sz="2000">
              <a:latin typeface="Times New Roman" panose="02020603050405020304" pitchFamily="18" charset="0"/>
              <a:cs typeface="Times New Roman" panose="02020603050405020304" pitchFamily="18" charset="0"/>
            </a:rPr>
            <a:t>GET /search?query= -&gt; Text search.</a:t>
          </a:r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9FA07DA-5180-4D5F-8CCD-5540A3788EDF}" type="parTrans" cxnId="{804C7E99-D10E-4741-90EE-CF1416EF0F50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89C7D3-F7EA-4C8B-88D9-D6BC2F7B83AB}" type="sibTrans" cxnId="{804C7E99-D10E-4741-90EE-CF1416EF0F50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62762CE-C800-41FA-9A9C-CD60A0751F28}">
      <dgm:prSet custT="1"/>
      <dgm:spPr/>
      <dgm:t>
        <a:bodyPr/>
        <a:lstStyle/>
        <a:p>
          <a:r>
            <a:rPr lang="en-IN" sz="2000">
              <a:latin typeface="Times New Roman" panose="02020603050405020304" pitchFamily="18" charset="0"/>
              <a:cs typeface="Times New Roman" panose="02020603050405020304" pitchFamily="18" charset="0"/>
            </a:rPr>
            <a:t>POST /image-search -&gt; Image upload search.</a:t>
          </a:r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8279F3D-CE21-403E-AD0E-D5CEDBEF4097}" type="parTrans" cxnId="{2E35459C-760E-48F9-9195-3AC62ADF96AB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EF009B1-2A89-4C8E-97AE-046D6B92BB88}" type="sibTrans" cxnId="{2E35459C-760E-48F9-9195-3AC62ADF96AB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4D5533A-96A9-45AB-979A-4DFE6F13EBE8}">
      <dgm:prSet custT="1"/>
      <dgm:spPr/>
      <dgm:t>
        <a:bodyPr/>
        <a:lstStyle/>
        <a:p>
          <a:r>
            <a:rPr lang="en-IN" sz="2000">
              <a:latin typeface="Times New Roman" panose="02020603050405020304" pitchFamily="18" charset="0"/>
              <a:cs typeface="Times New Roman" panose="02020603050405020304" pitchFamily="18" charset="0"/>
            </a:rPr>
            <a:t>GET /chat?msg= -&gt; Chatbot response.</a:t>
          </a:r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F413E72-DBFE-4480-80E8-0977DA1170F8}" type="parTrans" cxnId="{76C578C5-BEBD-4A0E-B382-5B8388648435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AC664DD-5B2D-44E2-A3E2-B718A38EBB2D}" type="sibTrans" cxnId="{76C578C5-BEBD-4A0E-B382-5B8388648435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3B0A16B-6F04-4A2C-9B6D-233AC5ACD446}">
      <dgm:prSet custT="1"/>
      <dgm:spPr/>
      <dgm:t>
        <a:bodyPr/>
        <a:lstStyle/>
        <a:p>
          <a:r>
            <a:rPr lang="en-IN" sz="2000" b="1">
              <a:latin typeface="Times New Roman" panose="02020603050405020304" pitchFamily="18" charset="0"/>
              <a:cs typeface="Times New Roman" panose="02020603050405020304" pitchFamily="18" charset="0"/>
            </a:rPr>
            <a:t>Middleware:</a:t>
          </a:r>
          <a:r>
            <a:rPr lang="en-IN" sz="2000">
              <a:latin typeface="Times New Roman" panose="02020603050405020304" pitchFamily="18" charset="0"/>
              <a:cs typeface="Times New Roman" panose="02020603050405020304" pitchFamily="18" charset="0"/>
            </a:rPr>
            <a:t> CORS for frontend-backend communication.</a:t>
          </a:r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74D6692-3382-47CC-921E-FB68F24CD094}" type="parTrans" cxnId="{5E7E2D36-9D51-4350-9FF8-E79D240439C7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CEC16A2-3FE2-48E9-870E-1BA2215CCEC8}" type="sibTrans" cxnId="{5E7E2D36-9D51-4350-9FF8-E79D240439C7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DA4F763-951D-444B-9D07-ACB5AC6FCFCD}">
      <dgm:prSet custT="1"/>
      <dgm:spPr/>
      <dgm:t>
        <a:bodyPr/>
        <a:lstStyle/>
        <a:p>
          <a:r>
            <a:rPr lang="en-IN" sz="2000" b="1">
              <a:latin typeface="Times New Roman" panose="02020603050405020304" pitchFamily="18" charset="0"/>
              <a:cs typeface="Times New Roman" panose="02020603050405020304" pitchFamily="18" charset="0"/>
            </a:rPr>
            <a:t>Response:</a:t>
          </a:r>
          <a:r>
            <a:rPr lang="en-IN" sz="2000">
              <a:latin typeface="Times New Roman" panose="02020603050405020304" pitchFamily="18" charset="0"/>
              <a:cs typeface="Times New Roman" panose="02020603050405020304" pitchFamily="18" charset="0"/>
            </a:rPr>
            <a:t> JSON containing products, scores, and explanations.</a:t>
          </a:r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6BA65AF-37B4-4698-9DE8-E96BB59077DC}" type="parTrans" cxnId="{CB23B1BD-6B8B-405F-9815-C0B4FE35D66E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BD7A499-DE50-4E55-9DDA-0A2887EE2255}" type="sibTrans" cxnId="{CB23B1BD-6B8B-405F-9815-C0B4FE35D66E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99BF4A6-361E-4542-BE10-BCBDDA50CA70}" type="pres">
      <dgm:prSet presAssocID="{DD4FF064-D80B-42E3-9E4A-42655704400B}" presName="linear" presStyleCnt="0">
        <dgm:presLayoutVars>
          <dgm:dir/>
          <dgm:animLvl val="lvl"/>
          <dgm:resizeHandles val="exact"/>
        </dgm:presLayoutVars>
      </dgm:prSet>
      <dgm:spPr/>
    </dgm:pt>
    <dgm:pt modelId="{4E134A48-D757-47C3-858A-B127C5C442AF}" type="pres">
      <dgm:prSet presAssocID="{376BFD33-4F13-4696-9073-B3C4860892CA}" presName="parentLin" presStyleCnt="0"/>
      <dgm:spPr/>
    </dgm:pt>
    <dgm:pt modelId="{8D445190-888F-428A-98F4-796ACCD65271}" type="pres">
      <dgm:prSet presAssocID="{376BFD33-4F13-4696-9073-B3C4860892CA}" presName="parentLeftMargin" presStyleLbl="node1" presStyleIdx="0" presStyleCnt="4"/>
      <dgm:spPr/>
    </dgm:pt>
    <dgm:pt modelId="{F04F8A6E-65F8-4C42-9F2E-574B44533A14}" type="pres">
      <dgm:prSet presAssocID="{376BFD33-4F13-4696-9073-B3C4860892C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A5D28C1-91C6-4132-B967-865566D79FE0}" type="pres">
      <dgm:prSet presAssocID="{376BFD33-4F13-4696-9073-B3C4860892CA}" presName="negativeSpace" presStyleCnt="0"/>
      <dgm:spPr/>
    </dgm:pt>
    <dgm:pt modelId="{92999109-2491-4FA8-9070-2BAB0012D178}" type="pres">
      <dgm:prSet presAssocID="{376BFD33-4F13-4696-9073-B3C4860892CA}" presName="childText" presStyleLbl="conFgAcc1" presStyleIdx="0" presStyleCnt="4">
        <dgm:presLayoutVars>
          <dgm:bulletEnabled val="1"/>
        </dgm:presLayoutVars>
      </dgm:prSet>
      <dgm:spPr/>
    </dgm:pt>
    <dgm:pt modelId="{9D6875B8-809F-4494-B2BE-93E5C9AC5180}" type="pres">
      <dgm:prSet presAssocID="{F356EBBF-A1FF-48EB-B367-64B19495D773}" presName="spaceBetweenRectangles" presStyleCnt="0"/>
      <dgm:spPr/>
    </dgm:pt>
    <dgm:pt modelId="{C3F28D2E-B1B6-45A8-B3BA-6BDD1EDD054B}" type="pres">
      <dgm:prSet presAssocID="{299522C2-B2C5-471A-B526-644435CBACDC}" presName="parentLin" presStyleCnt="0"/>
      <dgm:spPr/>
    </dgm:pt>
    <dgm:pt modelId="{5B3A4BF8-D929-47E1-BFA8-DE514FFB4A8E}" type="pres">
      <dgm:prSet presAssocID="{299522C2-B2C5-471A-B526-644435CBACDC}" presName="parentLeftMargin" presStyleLbl="node1" presStyleIdx="0" presStyleCnt="4"/>
      <dgm:spPr/>
    </dgm:pt>
    <dgm:pt modelId="{85F34C12-D243-4CAB-BDC2-5E9E61C2C651}" type="pres">
      <dgm:prSet presAssocID="{299522C2-B2C5-471A-B526-644435CBACD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4F50083-F6AD-42FB-B2EE-E86093690273}" type="pres">
      <dgm:prSet presAssocID="{299522C2-B2C5-471A-B526-644435CBACDC}" presName="negativeSpace" presStyleCnt="0"/>
      <dgm:spPr/>
    </dgm:pt>
    <dgm:pt modelId="{4DDA2D5F-15BB-410B-99FE-FE7124125EDB}" type="pres">
      <dgm:prSet presAssocID="{299522C2-B2C5-471A-B526-644435CBACDC}" presName="childText" presStyleLbl="conFgAcc1" presStyleIdx="1" presStyleCnt="4">
        <dgm:presLayoutVars>
          <dgm:bulletEnabled val="1"/>
        </dgm:presLayoutVars>
      </dgm:prSet>
      <dgm:spPr/>
    </dgm:pt>
    <dgm:pt modelId="{FD85ECB3-7F9A-4D4C-A2A7-132B6ABA0F0B}" type="pres">
      <dgm:prSet presAssocID="{CA7439B0-F0CF-47B4-B1D9-AC0D9ECCC9BA}" presName="spaceBetweenRectangles" presStyleCnt="0"/>
      <dgm:spPr/>
    </dgm:pt>
    <dgm:pt modelId="{A449977F-EA2D-4CE3-977B-26F4C692D217}" type="pres">
      <dgm:prSet presAssocID="{E3B0A16B-6F04-4A2C-9B6D-233AC5ACD446}" presName="parentLin" presStyleCnt="0"/>
      <dgm:spPr/>
    </dgm:pt>
    <dgm:pt modelId="{44E7942B-D0A9-4924-9AD3-D1589FC56E06}" type="pres">
      <dgm:prSet presAssocID="{E3B0A16B-6F04-4A2C-9B6D-233AC5ACD446}" presName="parentLeftMargin" presStyleLbl="node1" presStyleIdx="1" presStyleCnt="4"/>
      <dgm:spPr/>
    </dgm:pt>
    <dgm:pt modelId="{531CCEA9-B9B0-49B7-B667-D923305D1663}" type="pres">
      <dgm:prSet presAssocID="{E3B0A16B-6F04-4A2C-9B6D-233AC5ACD44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6C1A6B3-5772-4C7F-A4DA-ED68D94B7F04}" type="pres">
      <dgm:prSet presAssocID="{E3B0A16B-6F04-4A2C-9B6D-233AC5ACD446}" presName="negativeSpace" presStyleCnt="0"/>
      <dgm:spPr/>
    </dgm:pt>
    <dgm:pt modelId="{D93BC74E-2D6C-4F2D-9558-83202D74E52E}" type="pres">
      <dgm:prSet presAssocID="{E3B0A16B-6F04-4A2C-9B6D-233AC5ACD446}" presName="childText" presStyleLbl="conFgAcc1" presStyleIdx="2" presStyleCnt="4">
        <dgm:presLayoutVars>
          <dgm:bulletEnabled val="1"/>
        </dgm:presLayoutVars>
      </dgm:prSet>
      <dgm:spPr/>
    </dgm:pt>
    <dgm:pt modelId="{24C9C023-5E58-47B6-A6A1-106440DCA934}" type="pres">
      <dgm:prSet presAssocID="{6CEC16A2-3FE2-48E9-870E-1BA2215CCEC8}" presName="spaceBetweenRectangles" presStyleCnt="0"/>
      <dgm:spPr/>
    </dgm:pt>
    <dgm:pt modelId="{F3AA4D53-C9E2-46B3-8D41-57A77A6130F9}" type="pres">
      <dgm:prSet presAssocID="{6DA4F763-951D-444B-9D07-ACB5AC6FCFCD}" presName="parentLin" presStyleCnt="0"/>
      <dgm:spPr/>
    </dgm:pt>
    <dgm:pt modelId="{7CF047DA-3018-4678-801B-7A9590754B0C}" type="pres">
      <dgm:prSet presAssocID="{6DA4F763-951D-444B-9D07-ACB5AC6FCFCD}" presName="parentLeftMargin" presStyleLbl="node1" presStyleIdx="2" presStyleCnt="4"/>
      <dgm:spPr/>
    </dgm:pt>
    <dgm:pt modelId="{D127635C-FFC6-4956-AA35-9AF716C5D719}" type="pres">
      <dgm:prSet presAssocID="{6DA4F763-951D-444B-9D07-ACB5AC6FCFCD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17D9648E-7582-4CCA-B969-1CCE90867901}" type="pres">
      <dgm:prSet presAssocID="{6DA4F763-951D-444B-9D07-ACB5AC6FCFCD}" presName="negativeSpace" presStyleCnt="0"/>
      <dgm:spPr/>
    </dgm:pt>
    <dgm:pt modelId="{A335D001-7C5F-492A-8E9A-803243BC6668}" type="pres">
      <dgm:prSet presAssocID="{6DA4F763-951D-444B-9D07-ACB5AC6FCFCD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DAE72B04-9BA1-479C-A528-72FA6CCC567D}" type="presOf" srcId="{74D5533A-96A9-45AB-979A-4DFE6F13EBE8}" destId="{4DDA2D5F-15BB-410B-99FE-FE7124125EDB}" srcOrd="0" destOrd="2" presId="urn:microsoft.com/office/officeart/2005/8/layout/list1"/>
    <dgm:cxn modelId="{ADF6790A-14C3-4F32-8DB1-BBDD7A5E9288}" srcId="{DD4FF064-D80B-42E3-9E4A-42655704400B}" destId="{376BFD33-4F13-4696-9073-B3C4860892CA}" srcOrd="0" destOrd="0" parTransId="{B104E7D3-CB4E-448F-8AC7-B568D36B1D6E}" sibTransId="{F356EBBF-A1FF-48EB-B367-64B19495D773}"/>
    <dgm:cxn modelId="{B661F612-BB81-4C76-9766-3FD70AE25639}" type="presOf" srcId="{DD4FF064-D80B-42E3-9E4A-42655704400B}" destId="{C99BF4A6-361E-4542-BE10-BCBDDA50CA70}" srcOrd="0" destOrd="0" presId="urn:microsoft.com/office/officeart/2005/8/layout/list1"/>
    <dgm:cxn modelId="{2FD5BF14-0C25-4B79-B86F-F47A1D2A8573}" type="presOf" srcId="{376BFD33-4F13-4696-9073-B3C4860892CA}" destId="{8D445190-888F-428A-98F4-796ACCD65271}" srcOrd="0" destOrd="0" presId="urn:microsoft.com/office/officeart/2005/8/layout/list1"/>
    <dgm:cxn modelId="{2BE4C330-228B-45D3-8268-8FDB3D6E894C}" type="presOf" srcId="{E3B0A16B-6F04-4A2C-9B6D-233AC5ACD446}" destId="{44E7942B-D0A9-4924-9AD3-D1589FC56E06}" srcOrd="0" destOrd="0" presId="urn:microsoft.com/office/officeart/2005/8/layout/list1"/>
    <dgm:cxn modelId="{5E7E2D36-9D51-4350-9FF8-E79D240439C7}" srcId="{DD4FF064-D80B-42E3-9E4A-42655704400B}" destId="{E3B0A16B-6F04-4A2C-9B6D-233AC5ACD446}" srcOrd="2" destOrd="0" parTransId="{674D6692-3382-47CC-921E-FB68F24CD094}" sibTransId="{6CEC16A2-3FE2-48E9-870E-1BA2215CCEC8}"/>
    <dgm:cxn modelId="{8A5A7C42-970B-417B-BF00-784748B3864B}" type="presOf" srcId="{062762CE-C800-41FA-9A9C-CD60A0751F28}" destId="{4DDA2D5F-15BB-410B-99FE-FE7124125EDB}" srcOrd="0" destOrd="1" presId="urn:microsoft.com/office/officeart/2005/8/layout/list1"/>
    <dgm:cxn modelId="{C989D042-6352-46D4-928F-FDD333F09F57}" type="presOf" srcId="{376BFD33-4F13-4696-9073-B3C4860892CA}" destId="{F04F8A6E-65F8-4C42-9F2E-574B44533A14}" srcOrd="1" destOrd="0" presId="urn:microsoft.com/office/officeart/2005/8/layout/list1"/>
    <dgm:cxn modelId="{981A2D8F-E04F-410B-902E-9E5D64B93FF8}" type="presOf" srcId="{6DA4F763-951D-444B-9D07-ACB5AC6FCFCD}" destId="{7CF047DA-3018-4678-801B-7A9590754B0C}" srcOrd="0" destOrd="0" presId="urn:microsoft.com/office/officeart/2005/8/layout/list1"/>
    <dgm:cxn modelId="{4AFF3F99-142B-4B59-B55A-C7E5E0B7C7B3}" srcId="{DD4FF064-D80B-42E3-9E4A-42655704400B}" destId="{299522C2-B2C5-471A-B526-644435CBACDC}" srcOrd="1" destOrd="0" parTransId="{01AC2317-0CD1-4E2C-9854-FAFCBF12A6A4}" sibTransId="{CA7439B0-F0CF-47B4-B1D9-AC0D9ECCC9BA}"/>
    <dgm:cxn modelId="{804C7E99-D10E-4741-90EE-CF1416EF0F50}" srcId="{299522C2-B2C5-471A-B526-644435CBACDC}" destId="{A3F18FC2-8668-4582-AAB0-A1C56DA001AD}" srcOrd="0" destOrd="0" parTransId="{19FA07DA-5180-4D5F-8CCD-5540A3788EDF}" sibTransId="{F789C7D3-F7EA-4C8B-88D9-D6BC2F7B83AB}"/>
    <dgm:cxn modelId="{A8DB319A-B753-4AE7-904C-22CA11BFE91C}" type="presOf" srcId="{E3B0A16B-6F04-4A2C-9B6D-233AC5ACD446}" destId="{531CCEA9-B9B0-49B7-B667-D923305D1663}" srcOrd="1" destOrd="0" presId="urn:microsoft.com/office/officeart/2005/8/layout/list1"/>
    <dgm:cxn modelId="{2FE9619A-8A8C-4E07-B59A-052832FACFB1}" type="presOf" srcId="{299522C2-B2C5-471A-B526-644435CBACDC}" destId="{85F34C12-D243-4CAB-BDC2-5E9E61C2C651}" srcOrd="1" destOrd="0" presId="urn:microsoft.com/office/officeart/2005/8/layout/list1"/>
    <dgm:cxn modelId="{2E35459C-760E-48F9-9195-3AC62ADF96AB}" srcId="{299522C2-B2C5-471A-B526-644435CBACDC}" destId="{062762CE-C800-41FA-9A9C-CD60A0751F28}" srcOrd="1" destOrd="0" parTransId="{68279F3D-CE21-403E-AD0E-D5CEDBEF4097}" sibTransId="{FEF009B1-2A89-4C8E-97AE-046D6B92BB88}"/>
    <dgm:cxn modelId="{5AD64B9C-A984-40D0-843B-BE27B0FB06F2}" type="presOf" srcId="{299522C2-B2C5-471A-B526-644435CBACDC}" destId="{5B3A4BF8-D929-47E1-BFA8-DE514FFB4A8E}" srcOrd="0" destOrd="0" presId="urn:microsoft.com/office/officeart/2005/8/layout/list1"/>
    <dgm:cxn modelId="{D139DA9C-BE88-450C-82C3-0DCE7B452203}" type="presOf" srcId="{A3F18FC2-8668-4582-AAB0-A1C56DA001AD}" destId="{4DDA2D5F-15BB-410B-99FE-FE7124125EDB}" srcOrd="0" destOrd="0" presId="urn:microsoft.com/office/officeart/2005/8/layout/list1"/>
    <dgm:cxn modelId="{CB23B1BD-6B8B-405F-9815-C0B4FE35D66E}" srcId="{DD4FF064-D80B-42E3-9E4A-42655704400B}" destId="{6DA4F763-951D-444B-9D07-ACB5AC6FCFCD}" srcOrd="3" destOrd="0" parTransId="{E6BA65AF-37B4-4698-9DE8-E96BB59077DC}" sibTransId="{3BD7A499-DE50-4E55-9DDA-0A2887EE2255}"/>
    <dgm:cxn modelId="{76C578C5-BEBD-4A0E-B382-5B8388648435}" srcId="{299522C2-B2C5-471A-B526-644435CBACDC}" destId="{74D5533A-96A9-45AB-979A-4DFE6F13EBE8}" srcOrd="2" destOrd="0" parTransId="{EF413E72-DBFE-4480-80E8-0977DA1170F8}" sibTransId="{EAC664DD-5B2D-44E2-A3E2-B718A38EBB2D}"/>
    <dgm:cxn modelId="{B14777DB-FB80-43CF-906F-72BAA34BFB78}" type="presOf" srcId="{6DA4F763-951D-444B-9D07-ACB5AC6FCFCD}" destId="{D127635C-FFC6-4956-AA35-9AF716C5D719}" srcOrd="1" destOrd="0" presId="urn:microsoft.com/office/officeart/2005/8/layout/list1"/>
    <dgm:cxn modelId="{8FFF4DD5-1CFD-4D0F-B6A7-27F77B2D67C4}" type="presParOf" srcId="{C99BF4A6-361E-4542-BE10-BCBDDA50CA70}" destId="{4E134A48-D757-47C3-858A-B127C5C442AF}" srcOrd="0" destOrd="0" presId="urn:microsoft.com/office/officeart/2005/8/layout/list1"/>
    <dgm:cxn modelId="{3458E058-11ED-4173-A118-CBBB13EFF9EA}" type="presParOf" srcId="{4E134A48-D757-47C3-858A-B127C5C442AF}" destId="{8D445190-888F-428A-98F4-796ACCD65271}" srcOrd="0" destOrd="0" presId="urn:microsoft.com/office/officeart/2005/8/layout/list1"/>
    <dgm:cxn modelId="{FEFF94F7-6F08-4D0C-B2AC-6433F89D91E9}" type="presParOf" srcId="{4E134A48-D757-47C3-858A-B127C5C442AF}" destId="{F04F8A6E-65F8-4C42-9F2E-574B44533A14}" srcOrd="1" destOrd="0" presId="urn:microsoft.com/office/officeart/2005/8/layout/list1"/>
    <dgm:cxn modelId="{6E93561B-1A5E-4853-9535-231CBCA7C7D9}" type="presParOf" srcId="{C99BF4A6-361E-4542-BE10-BCBDDA50CA70}" destId="{FA5D28C1-91C6-4132-B967-865566D79FE0}" srcOrd="1" destOrd="0" presId="urn:microsoft.com/office/officeart/2005/8/layout/list1"/>
    <dgm:cxn modelId="{78AD98B7-9270-4E2D-AE9C-408591DE179E}" type="presParOf" srcId="{C99BF4A6-361E-4542-BE10-BCBDDA50CA70}" destId="{92999109-2491-4FA8-9070-2BAB0012D178}" srcOrd="2" destOrd="0" presId="urn:microsoft.com/office/officeart/2005/8/layout/list1"/>
    <dgm:cxn modelId="{75B8B0A5-BDE4-452D-AC4A-3BCCE91C0700}" type="presParOf" srcId="{C99BF4A6-361E-4542-BE10-BCBDDA50CA70}" destId="{9D6875B8-809F-4494-B2BE-93E5C9AC5180}" srcOrd="3" destOrd="0" presId="urn:microsoft.com/office/officeart/2005/8/layout/list1"/>
    <dgm:cxn modelId="{0DEBD957-225F-40BC-93DC-61A872B69BDF}" type="presParOf" srcId="{C99BF4A6-361E-4542-BE10-BCBDDA50CA70}" destId="{C3F28D2E-B1B6-45A8-B3BA-6BDD1EDD054B}" srcOrd="4" destOrd="0" presId="urn:microsoft.com/office/officeart/2005/8/layout/list1"/>
    <dgm:cxn modelId="{5E0C2441-3700-45FE-A43D-A14F895507FC}" type="presParOf" srcId="{C3F28D2E-B1B6-45A8-B3BA-6BDD1EDD054B}" destId="{5B3A4BF8-D929-47E1-BFA8-DE514FFB4A8E}" srcOrd="0" destOrd="0" presId="urn:microsoft.com/office/officeart/2005/8/layout/list1"/>
    <dgm:cxn modelId="{EBFC8314-FFB1-4FBA-954D-854D06EC2A4A}" type="presParOf" srcId="{C3F28D2E-B1B6-45A8-B3BA-6BDD1EDD054B}" destId="{85F34C12-D243-4CAB-BDC2-5E9E61C2C651}" srcOrd="1" destOrd="0" presId="urn:microsoft.com/office/officeart/2005/8/layout/list1"/>
    <dgm:cxn modelId="{129CFDAD-7988-4170-80B6-2902E38E01FC}" type="presParOf" srcId="{C99BF4A6-361E-4542-BE10-BCBDDA50CA70}" destId="{A4F50083-F6AD-42FB-B2EE-E86093690273}" srcOrd="5" destOrd="0" presId="urn:microsoft.com/office/officeart/2005/8/layout/list1"/>
    <dgm:cxn modelId="{5CCF87EB-3DC6-4D69-BBA9-EE7820A22169}" type="presParOf" srcId="{C99BF4A6-361E-4542-BE10-BCBDDA50CA70}" destId="{4DDA2D5F-15BB-410B-99FE-FE7124125EDB}" srcOrd="6" destOrd="0" presId="urn:microsoft.com/office/officeart/2005/8/layout/list1"/>
    <dgm:cxn modelId="{F718B7F1-789E-4513-94F5-63DBA1C42B65}" type="presParOf" srcId="{C99BF4A6-361E-4542-BE10-BCBDDA50CA70}" destId="{FD85ECB3-7F9A-4D4C-A2A7-132B6ABA0F0B}" srcOrd="7" destOrd="0" presId="urn:microsoft.com/office/officeart/2005/8/layout/list1"/>
    <dgm:cxn modelId="{AF379D38-4E90-496C-AD62-73A703D2CCC5}" type="presParOf" srcId="{C99BF4A6-361E-4542-BE10-BCBDDA50CA70}" destId="{A449977F-EA2D-4CE3-977B-26F4C692D217}" srcOrd="8" destOrd="0" presId="urn:microsoft.com/office/officeart/2005/8/layout/list1"/>
    <dgm:cxn modelId="{768F7B69-853A-4D94-8E77-ECC6548DA0D7}" type="presParOf" srcId="{A449977F-EA2D-4CE3-977B-26F4C692D217}" destId="{44E7942B-D0A9-4924-9AD3-D1589FC56E06}" srcOrd="0" destOrd="0" presId="urn:microsoft.com/office/officeart/2005/8/layout/list1"/>
    <dgm:cxn modelId="{35010F87-608B-49D7-876B-A155BB3CCB40}" type="presParOf" srcId="{A449977F-EA2D-4CE3-977B-26F4C692D217}" destId="{531CCEA9-B9B0-49B7-B667-D923305D1663}" srcOrd="1" destOrd="0" presId="urn:microsoft.com/office/officeart/2005/8/layout/list1"/>
    <dgm:cxn modelId="{A0A20404-4727-4791-88CF-4B92989BC4F5}" type="presParOf" srcId="{C99BF4A6-361E-4542-BE10-BCBDDA50CA70}" destId="{26C1A6B3-5772-4C7F-A4DA-ED68D94B7F04}" srcOrd="9" destOrd="0" presId="urn:microsoft.com/office/officeart/2005/8/layout/list1"/>
    <dgm:cxn modelId="{4A21977A-3B6B-43F1-B6FF-6D5E850DB8CD}" type="presParOf" srcId="{C99BF4A6-361E-4542-BE10-BCBDDA50CA70}" destId="{D93BC74E-2D6C-4F2D-9558-83202D74E52E}" srcOrd="10" destOrd="0" presId="urn:microsoft.com/office/officeart/2005/8/layout/list1"/>
    <dgm:cxn modelId="{21476423-C42A-4382-9421-634DE376BB9C}" type="presParOf" srcId="{C99BF4A6-361E-4542-BE10-BCBDDA50CA70}" destId="{24C9C023-5E58-47B6-A6A1-106440DCA934}" srcOrd="11" destOrd="0" presId="urn:microsoft.com/office/officeart/2005/8/layout/list1"/>
    <dgm:cxn modelId="{AB46B7EB-B0F2-4686-AFDB-0A9EE73C4CFB}" type="presParOf" srcId="{C99BF4A6-361E-4542-BE10-BCBDDA50CA70}" destId="{F3AA4D53-C9E2-46B3-8D41-57A77A6130F9}" srcOrd="12" destOrd="0" presId="urn:microsoft.com/office/officeart/2005/8/layout/list1"/>
    <dgm:cxn modelId="{A3A64CB1-B3FC-4DCE-811B-ED67B29224C8}" type="presParOf" srcId="{F3AA4D53-C9E2-46B3-8D41-57A77A6130F9}" destId="{7CF047DA-3018-4678-801B-7A9590754B0C}" srcOrd="0" destOrd="0" presId="urn:microsoft.com/office/officeart/2005/8/layout/list1"/>
    <dgm:cxn modelId="{2D7CBAD2-5DC5-4FE8-88FA-60D99E722728}" type="presParOf" srcId="{F3AA4D53-C9E2-46B3-8D41-57A77A6130F9}" destId="{D127635C-FFC6-4956-AA35-9AF716C5D719}" srcOrd="1" destOrd="0" presId="urn:microsoft.com/office/officeart/2005/8/layout/list1"/>
    <dgm:cxn modelId="{9E8E7A46-2719-4788-A374-9C318FDB5581}" type="presParOf" srcId="{C99BF4A6-361E-4542-BE10-BCBDDA50CA70}" destId="{17D9648E-7582-4CCA-B969-1CCE90867901}" srcOrd="13" destOrd="0" presId="urn:microsoft.com/office/officeart/2005/8/layout/list1"/>
    <dgm:cxn modelId="{AE38295E-B87E-4BA5-B3B0-BDAE06D8F3E4}" type="presParOf" srcId="{C99BF4A6-361E-4542-BE10-BCBDDA50CA70}" destId="{A335D001-7C5F-492A-8E9A-803243BC6668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C5D22A8F-E933-403C-9AEC-2B01F6346DC6}" type="doc">
      <dgm:prSet loTypeId="urn:microsoft.com/office/officeart/2005/8/layout/list1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64409146-866C-45A6-805A-BFE920B2F78D}">
      <dgm:prSet custT="1"/>
      <dgm:spPr/>
      <dgm:t>
        <a:bodyPr/>
        <a:lstStyle/>
        <a:p>
          <a:r>
            <a:rPr lang="en-IN" sz="2800" b="1">
              <a:latin typeface="Times New Roman" panose="02020603050405020304" pitchFamily="18" charset="0"/>
              <a:cs typeface="Times New Roman" panose="02020603050405020304" pitchFamily="18" charset="0"/>
            </a:rPr>
            <a:t>Technologies:</a:t>
          </a:r>
          <a:r>
            <a:rPr lang="en-IN" sz="2800">
              <a:latin typeface="Times New Roman" panose="02020603050405020304" pitchFamily="18" charset="0"/>
              <a:cs typeface="Times New Roman" panose="02020603050405020304" pitchFamily="18" charset="0"/>
            </a:rPr>
            <a:t> HTML5, CSS3, JavaScript.</a:t>
          </a:r>
          <a:endParaRPr lang="en-US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27257A3-AA29-4AA1-A232-21D9DE1D787F}" type="parTrans" cxnId="{B27C0785-268B-4577-B797-CE75B3A0C8B8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12DAA4E-25FE-48B2-9806-B6E1B4B7954F}" type="sibTrans" cxnId="{B27C0785-268B-4577-B797-CE75B3A0C8B8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C21B939-EA90-4A08-B38D-59A6B810A53B}">
      <dgm:prSet custT="1"/>
      <dgm:spPr/>
      <dgm:t>
        <a:bodyPr/>
        <a:lstStyle/>
        <a:p>
          <a:r>
            <a:rPr lang="en-IN" sz="2800" b="1">
              <a:latin typeface="Times New Roman" panose="02020603050405020304" pitchFamily="18" charset="0"/>
              <a:cs typeface="Times New Roman" panose="02020603050405020304" pitchFamily="18" charset="0"/>
            </a:rPr>
            <a:t>Key Features:</a:t>
          </a:r>
          <a:endParaRPr lang="en-US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33FC050-94DB-4EBD-B308-9CC656658789}" type="parTrans" cxnId="{B59AE63A-A9EA-4DDD-AAB0-D5CDAB6B58F7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2B6197F-E584-4D23-81D9-8E154D5967A9}" type="sibTrans" cxnId="{B59AE63A-A9EA-4DDD-AAB0-D5CDAB6B58F7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3905C14-F5DD-4CA9-BC5E-CBB3B9A7FA2C}">
      <dgm:prSet custT="1"/>
      <dgm:spPr/>
      <dgm:t>
        <a:bodyPr/>
        <a:lstStyle/>
        <a:p>
          <a:r>
            <a:rPr lang="en-IN" sz="2800">
              <a:latin typeface="Times New Roman" panose="02020603050405020304" pitchFamily="18" charset="0"/>
              <a:cs typeface="Times New Roman" panose="02020603050405020304" pitchFamily="18" charset="0"/>
            </a:rPr>
            <a:t>Semantic search bar.</a:t>
          </a:r>
          <a:endParaRPr lang="en-US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5F7B762-CCF7-4E3E-9F7C-5FF379D259AB}" type="parTrans" cxnId="{AB8D806D-BD17-4B4B-8FA5-AA996254FC4C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23702BD-7420-48DC-B479-75C20B46151A}" type="sibTrans" cxnId="{AB8D806D-BD17-4B4B-8FA5-AA996254FC4C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9E7EAA5-2530-4629-AA26-2C0186D3F507}">
      <dgm:prSet custT="1"/>
      <dgm:spPr/>
      <dgm:t>
        <a:bodyPr/>
        <a:lstStyle/>
        <a:p>
          <a:r>
            <a:rPr lang="en-IN" sz="2800">
              <a:latin typeface="Times New Roman" panose="02020603050405020304" pitchFamily="18" charset="0"/>
              <a:cs typeface="Times New Roman" panose="02020603050405020304" pitchFamily="18" charset="0"/>
            </a:rPr>
            <a:t>Image upload widget.</a:t>
          </a:r>
          <a:endParaRPr lang="en-US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E9796E5-397C-4C63-88EE-08CE62B5558F}" type="parTrans" cxnId="{A23F4A61-C168-4497-B6B4-91100092FD26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4256461-C50F-4498-9A9F-FAA644780529}" type="sibTrans" cxnId="{A23F4A61-C168-4497-B6B4-91100092FD26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3B80F6E-A620-4006-8FE3-134431FEB57C}">
      <dgm:prSet custT="1"/>
      <dgm:spPr/>
      <dgm:t>
        <a:bodyPr/>
        <a:lstStyle/>
        <a:p>
          <a:r>
            <a:rPr lang="en-IN" sz="2800">
              <a:latin typeface="Times New Roman" panose="02020603050405020304" pitchFamily="18" charset="0"/>
              <a:cs typeface="Times New Roman" panose="02020603050405020304" pitchFamily="18" charset="0"/>
            </a:rPr>
            <a:t>Voice input button.</a:t>
          </a:r>
          <a:endParaRPr lang="en-US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577A6D6-3CD6-4A0B-AE43-4775CE8E3CE7}" type="parTrans" cxnId="{25ED466A-F0AE-4FDB-A307-250EBBF587BD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E95A957-ADC6-490F-A153-CFD3F798DC55}" type="sibTrans" cxnId="{25ED466A-F0AE-4FDB-A307-250EBBF587BD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31BD4A8-3A3F-4770-96C8-50B1E2AFDBFA}">
      <dgm:prSet custT="1"/>
      <dgm:spPr/>
      <dgm:t>
        <a:bodyPr/>
        <a:lstStyle/>
        <a:p>
          <a:r>
            <a:rPr lang="en-IN" sz="2800">
              <a:latin typeface="Times New Roman" panose="02020603050405020304" pitchFamily="18" charset="0"/>
              <a:cs typeface="Times New Roman" panose="02020603050405020304" pitchFamily="18" charset="0"/>
            </a:rPr>
            <a:t>Dark mode toggle.</a:t>
          </a:r>
          <a:endParaRPr lang="en-US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1159A72-63EC-4A44-AB57-0C4380082FAA}" type="parTrans" cxnId="{E3FDB0B9-201A-4CE6-8A25-EBC1799E0732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C6A5A76-34D9-45C2-B9BD-7A230D784D4A}" type="sibTrans" cxnId="{E3FDB0B9-201A-4CE6-8A25-EBC1799E0732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2658F56-926C-43C4-85F3-71C97459F986}">
      <dgm:prSet custT="1"/>
      <dgm:spPr/>
      <dgm:t>
        <a:bodyPr/>
        <a:lstStyle/>
        <a:p>
          <a:r>
            <a:rPr lang="en-IN" sz="2800">
              <a:latin typeface="Times New Roman" panose="02020603050405020304" pitchFamily="18" charset="0"/>
              <a:cs typeface="Times New Roman" panose="02020603050405020304" pitchFamily="18" charset="0"/>
            </a:rPr>
            <a:t>Shopping cart.</a:t>
          </a:r>
          <a:endParaRPr lang="en-US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3B465F7-2680-4AD1-B8C8-BEA41CEE1043}" type="parTrans" cxnId="{268CEBEF-D2E4-4934-ADE1-0CE2DC5C6816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6C2132F-E3C7-4B26-9853-814AC2114331}" type="sibTrans" cxnId="{268CEBEF-D2E4-4934-ADE1-0CE2DC5C6816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4BBC373-984A-4CDA-A2A6-2DA6CD86BA39}">
      <dgm:prSet custT="1"/>
      <dgm:spPr/>
      <dgm:t>
        <a:bodyPr/>
        <a:lstStyle/>
        <a:p>
          <a:r>
            <a:rPr lang="en-IN" sz="2800">
              <a:latin typeface="Times New Roman" panose="02020603050405020304" pitchFamily="18" charset="0"/>
              <a:cs typeface="Times New Roman" panose="02020603050405020304" pitchFamily="18" charset="0"/>
            </a:rPr>
            <a:t>Chatbot assistant.</a:t>
          </a:r>
          <a:endParaRPr lang="en-US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7CB061A-FB64-44CB-9BD8-304ED68E1432}" type="parTrans" cxnId="{5DF3E02F-E8AC-4D8F-BBF8-02B00CECD23E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B76D2A4-6E10-4864-8917-1730627C5693}" type="sibTrans" cxnId="{5DF3E02F-E8AC-4D8F-BBF8-02B00CECD23E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43270FB-B114-478C-8836-46668019EFB6}" type="pres">
      <dgm:prSet presAssocID="{C5D22A8F-E933-403C-9AEC-2B01F6346DC6}" presName="linear" presStyleCnt="0">
        <dgm:presLayoutVars>
          <dgm:dir/>
          <dgm:animLvl val="lvl"/>
          <dgm:resizeHandles val="exact"/>
        </dgm:presLayoutVars>
      </dgm:prSet>
      <dgm:spPr/>
    </dgm:pt>
    <dgm:pt modelId="{FD884DF3-3FB3-4980-809A-14CA3D6F552E}" type="pres">
      <dgm:prSet presAssocID="{64409146-866C-45A6-805A-BFE920B2F78D}" presName="parentLin" presStyleCnt="0"/>
      <dgm:spPr/>
    </dgm:pt>
    <dgm:pt modelId="{767C93FC-ED7E-4D66-893C-0C5CA1C84E05}" type="pres">
      <dgm:prSet presAssocID="{64409146-866C-45A6-805A-BFE920B2F78D}" presName="parentLeftMargin" presStyleLbl="node1" presStyleIdx="0" presStyleCnt="2"/>
      <dgm:spPr/>
    </dgm:pt>
    <dgm:pt modelId="{159686A0-5995-4B7C-B86E-A445B7C60DE0}" type="pres">
      <dgm:prSet presAssocID="{64409146-866C-45A6-805A-BFE920B2F78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E326414-EC08-488D-A2A7-AB21E5760F43}" type="pres">
      <dgm:prSet presAssocID="{64409146-866C-45A6-805A-BFE920B2F78D}" presName="negativeSpace" presStyleCnt="0"/>
      <dgm:spPr/>
    </dgm:pt>
    <dgm:pt modelId="{63667B27-D628-4C01-8FAD-B176709C0E55}" type="pres">
      <dgm:prSet presAssocID="{64409146-866C-45A6-805A-BFE920B2F78D}" presName="childText" presStyleLbl="conFgAcc1" presStyleIdx="0" presStyleCnt="2">
        <dgm:presLayoutVars>
          <dgm:bulletEnabled val="1"/>
        </dgm:presLayoutVars>
      </dgm:prSet>
      <dgm:spPr/>
    </dgm:pt>
    <dgm:pt modelId="{B93979AA-7834-43C7-8755-8EE3E0CE2328}" type="pres">
      <dgm:prSet presAssocID="{512DAA4E-25FE-48B2-9806-B6E1B4B7954F}" presName="spaceBetweenRectangles" presStyleCnt="0"/>
      <dgm:spPr/>
    </dgm:pt>
    <dgm:pt modelId="{8745260E-1778-4029-B64A-8829295817F6}" type="pres">
      <dgm:prSet presAssocID="{AC21B939-EA90-4A08-B38D-59A6B810A53B}" presName="parentLin" presStyleCnt="0"/>
      <dgm:spPr/>
    </dgm:pt>
    <dgm:pt modelId="{4E9CDCE7-A802-463F-93CC-4586ECEAB9B6}" type="pres">
      <dgm:prSet presAssocID="{AC21B939-EA90-4A08-B38D-59A6B810A53B}" presName="parentLeftMargin" presStyleLbl="node1" presStyleIdx="0" presStyleCnt="2"/>
      <dgm:spPr/>
    </dgm:pt>
    <dgm:pt modelId="{876FD62F-42E2-417E-9B03-7240B4B61DFE}" type="pres">
      <dgm:prSet presAssocID="{AC21B939-EA90-4A08-B38D-59A6B810A53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245612E-C6DA-4131-B5D8-DB5C38EE8B21}" type="pres">
      <dgm:prSet presAssocID="{AC21B939-EA90-4A08-B38D-59A6B810A53B}" presName="negativeSpace" presStyleCnt="0"/>
      <dgm:spPr/>
    </dgm:pt>
    <dgm:pt modelId="{9DFE5899-EFB4-436A-ACDB-E9491743F5D1}" type="pres">
      <dgm:prSet presAssocID="{AC21B939-EA90-4A08-B38D-59A6B810A53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F753F707-DCD2-4647-A093-424613567536}" type="presOf" srcId="{24BBC373-984A-4CDA-A2A6-2DA6CD86BA39}" destId="{9DFE5899-EFB4-436A-ACDB-E9491743F5D1}" srcOrd="0" destOrd="5" presId="urn:microsoft.com/office/officeart/2005/8/layout/list1"/>
    <dgm:cxn modelId="{5DF3E02F-E8AC-4D8F-BBF8-02B00CECD23E}" srcId="{AC21B939-EA90-4A08-B38D-59A6B810A53B}" destId="{24BBC373-984A-4CDA-A2A6-2DA6CD86BA39}" srcOrd="5" destOrd="0" parTransId="{27CB061A-FB64-44CB-9BD8-304ED68E1432}" sibTransId="{9B76D2A4-6E10-4864-8917-1730627C5693}"/>
    <dgm:cxn modelId="{B59AE63A-A9EA-4DDD-AAB0-D5CDAB6B58F7}" srcId="{C5D22A8F-E933-403C-9AEC-2B01F6346DC6}" destId="{AC21B939-EA90-4A08-B38D-59A6B810A53B}" srcOrd="1" destOrd="0" parTransId="{133FC050-94DB-4EBD-B308-9CC656658789}" sibTransId="{22B6197F-E584-4D23-81D9-8E154D5967A9}"/>
    <dgm:cxn modelId="{3A111B5F-91A7-4AA0-BEF0-BBB68FC3CF69}" type="presOf" srcId="{AC21B939-EA90-4A08-B38D-59A6B810A53B}" destId="{876FD62F-42E2-417E-9B03-7240B4B61DFE}" srcOrd="1" destOrd="0" presId="urn:microsoft.com/office/officeart/2005/8/layout/list1"/>
    <dgm:cxn modelId="{A23F4A61-C168-4497-B6B4-91100092FD26}" srcId="{AC21B939-EA90-4A08-B38D-59A6B810A53B}" destId="{39E7EAA5-2530-4629-AA26-2C0186D3F507}" srcOrd="1" destOrd="0" parTransId="{4E9796E5-397C-4C63-88EE-08CE62B5558F}" sibTransId="{64256461-C50F-4498-9A9F-FAA644780529}"/>
    <dgm:cxn modelId="{25ED466A-F0AE-4FDB-A307-250EBBF587BD}" srcId="{AC21B939-EA90-4A08-B38D-59A6B810A53B}" destId="{B3B80F6E-A620-4006-8FE3-134431FEB57C}" srcOrd="2" destOrd="0" parTransId="{6577A6D6-3CD6-4A0B-AE43-4775CE8E3CE7}" sibTransId="{CE95A957-ADC6-490F-A153-CFD3F798DC55}"/>
    <dgm:cxn modelId="{AB8D806D-BD17-4B4B-8FA5-AA996254FC4C}" srcId="{AC21B939-EA90-4A08-B38D-59A6B810A53B}" destId="{73905C14-F5DD-4CA9-BC5E-CBB3B9A7FA2C}" srcOrd="0" destOrd="0" parTransId="{D5F7B762-CCF7-4E3E-9F7C-5FF379D259AB}" sibTransId="{A23702BD-7420-48DC-B479-75C20B46151A}"/>
    <dgm:cxn modelId="{13187D73-2443-455B-A882-8110E4DD29CB}" type="presOf" srcId="{73905C14-F5DD-4CA9-BC5E-CBB3B9A7FA2C}" destId="{9DFE5899-EFB4-436A-ACDB-E9491743F5D1}" srcOrd="0" destOrd="0" presId="urn:microsoft.com/office/officeart/2005/8/layout/list1"/>
    <dgm:cxn modelId="{AC650A59-44C4-4F59-9FDD-709987E4B4D8}" type="presOf" srcId="{64409146-866C-45A6-805A-BFE920B2F78D}" destId="{159686A0-5995-4B7C-B86E-A445B7C60DE0}" srcOrd="1" destOrd="0" presId="urn:microsoft.com/office/officeart/2005/8/layout/list1"/>
    <dgm:cxn modelId="{B27C0785-268B-4577-B797-CE75B3A0C8B8}" srcId="{C5D22A8F-E933-403C-9AEC-2B01F6346DC6}" destId="{64409146-866C-45A6-805A-BFE920B2F78D}" srcOrd="0" destOrd="0" parTransId="{527257A3-AA29-4AA1-A232-21D9DE1D787F}" sibTransId="{512DAA4E-25FE-48B2-9806-B6E1B4B7954F}"/>
    <dgm:cxn modelId="{CA345BAA-D5E7-440E-AD99-03174C8D8E7F}" type="presOf" srcId="{C5D22A8F-E933-403C-9AEC-2B01F6346DC6}" destId="{943270FB-B114-478C-8836-46668019EFB6}" srcOrd="0" destOrd="0" presId="urn:microsoft.com/office/officeart/2005/8/layout/list1"/>
    <dgm:cxn modelId="{354311AC-6BE9-444D-8242-7E590E97F09B}" type="presOf" srcId="{64409146-866C-45A6-805A-BFE920B2F78D}" destId="{767C93FC-ED7E-4D66-893C-0C5CA1C84E05}" srcOrd="0" destOrd="0" presId="urn:microsoft.com/office/officeart/2005/8/layout/list1"/>
    <dgm:cxn modelId="{E3FDB0B9-201A-4CE6-8A25-EBC1799E0732}" srcId="{AC21B939-EA90-4A08-B38D-59A6B810A53B}" destId="{131BD4A8-3A3F-4770-96C8-50B1E2AFDBFA}" srcOrd="3" destOrd="0" parTransId="{41159A72-63EC-4A44-AB57-0C4380082FAA}" sibTransId="{DC6A5A76-34D9-45C2-B9BD-7A230D784D4A}"/>
    <dgm:cxn modelId="{21E667BB-2054-402D-A597-0C9195738AF1}" type="presOf" srcId="{12658F56-926C-43C4-85F3-71C97459F986}" destId="{9DFE5899-EFB4-436A-ACDB-E9491743F5D1}" srcOrd="0" destOrd="4" presId="urn:microsoft.com/office/officeart/2005/8/layout/list1"/>
    <dgm:cxn modelId="{D402DABD-E767-4146-8DC9-9C14D56C6194}" type="presOf" srcId="{131BD4A8-3A3F-4770-96C8-50B1E2AFDBFA}" destId="{9DFE5899-EFB4-436A-ACDB-E9491743F5D1}" srcOrd="0" destOrd="3" presId="urn:microsoft.com/office/officeart/2005/8/layout/list1"/>
    <dgm:cxn modelId="{51B8FEC8-2557-423B-8952-D23EC10873A7}" type="presOf" srcId="{39E7EAA5-2530-4629-AA26-2C0186D3F507}" destId="{9DFE5899-EFB4-436A-ACDB-E9491743F5D1}" srcOrd="0" destOrd="1" presId="urn:microsoft.com/office/officeart/2005/8/layout/list1"/>
    <dgm:cxn modelId="{872628EC-1E31-4336-B789-5C6E6AEB985E}" type="presOf" srcId="{AC21B939-EA90-4A08-B38D-59A6B810A53B}" destId="{4E9CDCE7-A802-463F-93CC-4586ECEAB9B6}" srcOrd="0" destOrd="0" presId="urn:microsoft.com/office/officeart/2005/8/layout/list1"/>
    <dgm:cxn modelId="{B0B064ED-E8D3-4EDA-90D3-79D4CAECFE02}" type="presOf" srcId="{B3B80F6E-A620-4006-8FE3-134431FEB57C}" destId="{9DFE5899-EFB4-436A-ACDB-E9491743F5D1}" srcOrd="0" destOrd="2" presId="urn:microsoft.com/office/officeart/2005/8/layout/list1"/>
    <dgm:cxn modelId="{268CEBEF-D2E4-4934-ADE1-0CE2DC5C6816}" srcId="{AC21B939-EA90-4A08-B38D-59A6B810A53B}" destId="{12658F56-926C-43C4-85F3-71C97459F986}" srcOrd="4" destOrd="0" parTransId="{B3B465F7-2680-4AD1-B8C8-BEA41CEE1043}" sibTransId="{36C2132F-E3C7-4B26-9853-814AC2114331}"/>
    <dgm:cxn modelId="{C889131A-2610-406D-9C28-7F12EE2F72D9}" type="presParOf" srcId="{943270FB-B114-478C-8836-46668019EFB6}" destId="{FD884DF3-3FB3-4980-809A-14CA3D6F552E}" srcOrd="0" destOrd="0" presId="urn:microsoft.com/office/officeart/2005/8/layout/list1"/>
    <dgm:cxn modelId="{EEC18F8E-DA02-4029-9194-0107CFD911FE}" type="presParOf" srcId="{FD884DF3-3FB3-4980-809A-14CA3D6F552E}" destId="{767C93FC-ED7E-4D66-893C-0C5CA1C84E05}" srcOrd="0" destOrd="0" presId="urn:microsoft.com/office/officeart/2005/8/layout/list1"/>
    <dgm:cxn modelId="{53130D39-867B-44DA-9ED2-F9E0F40F1E95}" type="presParOf" srcId="{FD884DF3-3FB3-4980-809A-14CA3D6F552E}" destId="{159686A0-5995-4B7C-B86E-A445B7C60DE0}" srcOrd="1" destOrd="0" presId="urn:microsoft.com/office/officeart/2005/8/layout/list1"/>
    <dgm:cxn modelId="{A89139DF-EA86-4C50-BA0C-C452A9D15D6F}" type="presParOf" srcId="{943270FB-B114-478C-8836-46668019EFB6}" destId="{BE326414-EC08-488D-A2A7-AB21E5760F43}" srcOrd="1" destOrd="0" presId="urn:microsoft.com/office/officeart/2005/8/layout/list1"/>
    <dgm:cxn modelId="{6695371C-A6C6-4867-ABA9-AB17B4529269}" type="presParOf" srcId="{943270FB-B114-478C-8836-46668019EFB6}" destId="{63667B27-D628-4C01-8FAD-B176709C0E55}" srcOrd="2" destOrd="0" presId="urn:microsoft.com/office/officeart/2005/8/layout/list1"/>
    <dgm:cxn modelId="{20A39F71-E361-4CBE-A2EE-61B12F2EFBC2}" type="presParOf" srcId="{943270FB-B114-478C-8836-46668019EFB6}" destId="{B93979AA-7834-43C7-8755-8EE3E0CE2328}" srcOrd="3" destOrd="0" presId="urn:microsoft.com/office/officeart/2005/8/layout/list1"/>
    <dgm:cxn modelId="{CAC1364C-B083-44D1-9EEA-BCA9D1877FF6}" type="presParOf" srcId="{943270FB-B114-478C-8836-46668019EFB6}" destId="{8745260E-1778-4029-B64A-8829295817F6}" srcOrd="4" destOrd="0" presId="urn:microsoft.com/office/officeart/2005/8/layout/list1"/>
    <dgm:cxn modelId="{73FCFA38-8A32-4F62-AE1D-0C417051D461}" type="presParOf" srcId="{8745260E-1778-4029-B64A-8829295817F6}" destId="{4E9CDCE7-A802-463F-93CC-4586ECEAB9B6}" srcOrd="0" destOrd="0" presId="urn:microsoft.com/office/officeart/2005/8/layout/list1"/>
    <dgm:cxn modelId="{D6DA2BB5-7A3B-48DE-A1C2-2F2750F8DC03}" type="presParOf" srcId="{8745260E-1778-4029-B64A-8829295817F6}" destId="{876FD62F-42E2-417E-9B03-7240B4B61DFE}" srcOrd="1" destOrd="0" presId="urn:microsoft.com/office/officeart/2005/8/layout/list1"/>
    <dgm:cxn modelId="{56834990-3321-4383-9CC4-4C39ADEA8EA7}" type="presParOf" srcId="{943270FB-B114-478C-8836-46668019EFB6}" destId="{0245612E-C6DA-4131-B5D8-DB5C38EE8B21}" srcOrd="5" destOrd="0" presId="urn:microsoft.com/office/officeart/2005/8/layout/list1"/>
    <dgm:cxn modelId="{27736AB3-87CA-4F1E-AAE5-67DF28A63F97}" type="presParOf" srcId="{943270FB-B114-478C-8836-46668019EFB6}" destId="{9DFE5899-EFB4-436A-ACDB-E9491743F5D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A4E99BAB-59E5-4769-9C65-5F79476CAFF2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63E0DDE-FFA2-4AA4-AC97-A3D4899E4334}">
      <dgm:prSet/>
      <dgm:spPr/>
      <dgm:t>
        <a:bodyPr/>
        <a:lstStyle/>
        <a:p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Functional Testing: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 Validated text, image, voice, multilingual search.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BB92CF2-7184-4637-8A87-EE102607F75E}" type="parTrans" cxnId="{C548112B-0D99-4208-A8EE-C45D3BF15807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C2A5C04-2BF4-494E-A055-A9E9DB417EC8}" type="sibTrans" cxnId="{C548112B-0D99-4208-A8EE-C45D3BF15807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6370FA9-480D-4EA0-BDE3-8E7E00183809}">
      <dgm:prSet/>
      <dgm:spPr/>
      <dgm:t>
        <a:bodyPr/>
        <a:lstStyle/>
        <a:p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Accuracy Testing: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 Used Precision@K metric.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E0D421B-A981-4CFB-BE5B-68DC40AA7A13}" type="parTrans" cxnId="{A5F9C402-CF24-42D5-AA07-42303684467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474AE40-05F4-42EC-8724-E6EE91C3B057}" type="sibTrans" cxnId="{A5F9C402-CF24-42D5-AA07-42303684467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C71F92-47F3-4D54-838B-D6580D689A17}">
      <dgm:prSet/>
      <dgm:spPr/>
      <dgm:t>
        <a:bodyPr/>
        <a:lstStyle/>
        <a:p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Performance Testing: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 Measured embedding generation &amp; retrieval latency.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F3C99AB-DDFE-406A-92AA-760D7E4F066F}" type="parTrans" cxnId="{070384B2-F385-464D-BCE4-082BD72D137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875A0F2-5B32-49C8-B846-D999EADFCC3D}" type="sibTrans" cxnId="{070384B2-F385-464D-BCE4-082BD72D137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7ADCBF9-AF27-4027-92AF-D009E052FA9D}">
      <dgm:prSet/>
      <dgm:spPr/>
      <dgm:t>
        <a:bodyPr/>
        <a:lstStyle/>
        <a:p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Edge Case Testing: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 Empty queries, invalid images, missing data.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FD8C259-455A-42F0-9BF0-F6D47B32D55C}" type="parTrans" cxnId="{3934379E-9ED7-4D28-B719-0EB6FD56340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7C73A69-0348-4D90-A98A-B03CA211942E}" type="sibTrans" cxnId="{3934379E-9ED7-4D28-B719-0EB6FD56340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2B0B8C7-F7A0-4708-B01A-E405CCDABED9}" type="pres">
      <dgm:prSet presAssocID="{A4E99BAB-59E5-4769-9C65-5F79476CAFF2}" presName="outerComposite" presStyleCnt="0">
        <dgm:presLayoutVars>
          <dgm:chMax val="5"/>
          <dgm:dir/>
          <dgm:resizeHandles val="exact"/>
        </dgm:presLayoutVars>
      </dgm:prSet>
      <dgm:spPr/>
    </dgm:pt>
    <dgm:pt modelId="{0AE639EF-3458-4247-9108-7E79A7101882}" type="pres">
      <dgm:prSet presAssocID="{A4E99BAB-59E5-4769-9C65-5F79476CAFF2}" presName="dummyMaxCanvas" presStyleCnt="0">
        <dgm:presLayoutVars/>
      </dgm:prSet>
      <dgm:spPr/>
    </dgm:pt>
    <dgm:pt modelId="{A9AB5390-4F1A-4001-AB4C-1DEF094D3220}" type="pres">
      <dgm:prSet presAssocID="{A4E99BAB-59E5-4769-9C65-5F79476CAFF2}" presName="FourNodes_1" presStyleLbl="node1" presStyleIdx="0" presStyleCnt="4">
        <dgm:presLayoutVars>
          <dgm:bulletEnabled val="1"/>
        </dgm:presLayoutVars>
      </dgm:prSet>
      <dgm:spPr/>
    </dgm:pt>
    <dgm:pt modelId="{86F6B655-DE33-48D6-8E1C-2680E76EDF03}" type="pres">
      <dgm:prSet presAssocID="{A4E99BAB-59E5-4769-9C65-5F79476CAFF2}" presName="FourNodes_2" presStyleLbl="node1" presStyleIdx="1" presStyleCnt="4">
        <dgm:presLayoutVars>
          <dgm:bulletEnabled val="1"/>
        </dgm:presLayoutVars>
      </dgm:prSet>
      <dgm:spPr/>
    </dgm:pt>
    <dgm:pt modelId="{8C3627AF-C003-4F31-92C9-C060DC23F43B}" type="pres">
      <dgm:prSet presAssocID="{A4E99BAB-59E5-4769-9C65-5F79476CAFF2}" presName="FourNodes_3" presStyleLbl="node1" presStyleIdx="2" presStyleCnt="4">
        <dgm:presLayoutVars>
          <dgm:bulletEnabled val="1"/>
        </dgm:presLayoutVars>
      </dgm:prSet>
      <dgm:spPr/>
    </dgm:pt>
    <dgm:pt modelId="{90558DEC-C443-4BB1-9EF5-3AF996B58781}" type="pres">
      <dgm:prSet presAssocID="{A4E99BAB-59E5-4769-9C65-5F79476CAFF2}" presName="FourNodes_4" presStyleLbl="node1" presStyleIdx="3" presStyleCnt="4">
        <dgm:presLayoutVars>
          <dgm:bulletEnabled val="1"/>
        </dgm:presLayoutVars>
      </dgm:prSet>
      <dgm:spPr/>
    </dgm:pt>
    <dgm:pt modelId="{C4CF56EB-6350-424C-8C65-AC73CD629A57}" type="pres">
      <dgm:prSet presAssocID="{A4E99BAB-59E5-4769-9C65-5F79476CAFF2}" presName="FourConn_1-2" presStyleLbl="fgAccFollowNode1" presStyleIdx="0" presStyleCnt="3">
        <dgm:presLayoutVars>
          <dgm:bulletEnabled val="1"/>
        </dgm:presLayoutVars>
      </dgm:prSet>
      <dgm:spPr/>
    </dgm:pt>
    <dgm:pt modelId="{991AEF0F-5F29-431D-B47A-005A1E8FA9D1}" type="pres">
      <dgm:prSet presAssocID="{A4E99BAB-59E5-4769-9C65-5F79476CAFF2}" presName="FourConn_2-3" presStyleLbl="fgAccFollowNode1" presStyleIdx="1" presStyleCnt="3">
        <dgm:presLayoutVars>
          <dgm:bulletEnabled val="1"/>
        </dgm:presLayoutVars>
      </dgm:prSet>
      <dgm:spPr/>
    </dgm:pt>
    <dgm:pt modelId="{0438829C-4F09-4877-84D3-421409EC5C4B}" type="pres">
      <dgm:prSet presAssocID="{A4E99BAB-59E5-4769-9C65-5F79476CAFF2}" presName="FourConn_3-4" presStyleLbl="fgAccFollowNode1" presStyleIdx="2" presStyleCnt="3">
        <dgm:presLayoutVars>
          <dgm:bulletEnabled val="1"/>
        </dgm:presLayoutVars>
      </dgm:prSet>
      <dgm:spPr/>
    </dgm:pt>
    <dgm:pt modelId="{E7DC42AC-FC32-4190-AD99-D26F951B946D}" type="pres">
      <dgm:prSet presAssocID="{A4E99BAB-59E5-4769-9C65-5F79476CAFF2}" presName="FourNodes_1_text" presStyleLbl="node1" presStyleIdx="3" presStyleCnt="4">
        <dgm:presLayoutVars>
          <dgm:bulletEnabled val="1"/>
        </dgm:presLayoutVars>
      </dgm:prSet>
      <dgm:spPr/>
    </dgm:pt>
    <dgm:pt modelId="{6D70CA91-C73B-44CF-B6D4-9F2DC5E2DCDC}" type="pres">
      <dgm:prSet presAssocID="{A4E99BAB-59E5-4769-9C65-5F79476CAFF2}" presName="FourNodes_2_text" presStyleLbl="node1" presStyleIdx="3" presStyleCnt="4">
        <dgm:presLayoutVars>
          <dgm:bulletEnabled val="1"/>
        </dgm:presLayoutVars>
      </dgm:prSet>
      <dgm:spPr/>
    </dgm:pt>
    <dgm:pt modelId="{17F9684B-B575-44E0-8B8B-2DF610BA323C}" type="pres">
      <dgm:prSet presAssocID="{A4E99BAB-59E5-4769-9C65-5F79476CAFF2}" presName="FourNodes_3_text" presStyleLbl="node1" presStyleIdx="3" presStyleCnt="4">
        <dgm:presLayoutVars>
          <dgm:bulletEnabled val="1"/>
        </dgm:presLayoutVars>
      </dgm:prSet>
      <dgm:spPr/>
    </dgm:pt>
    <dgm:pt modelId="{F6FAEBC0-CF77-4600-A052-DEA32B8044D8}" type="pres">
      <dgm:prSet presAssocID="{A4E99BAB-59E5-4769-9C65-5F79476CAFF2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02E75902-67C0-47BF-96E4-087CCA442B30}" type="presOf" srcId="{7474AE40-05F4-42EC-8724-E6EE91C3B057}" destId="{991AEF0F-5F29-431D-B47A-005A1E8FA9D1}" srcOrd="0" destOrd="0" presId="urn:microsoft.com/office/officeart/2005/8/layout/vProcess5"/>
    <dgm:cxn modelId="{A5F9C402-CF24-42D5-AA07-42303684467B}" srcId="{A4E99BAB-59E5-4769-9C65-5F79476CAFF2}" destId="{B6370FA9-480D-4EA0-BDE3-8E7E00183809}" srcOrd="1" destOrd="0" parTransId="{EE0D421B-A981-4CFB-BE5B-68DC40AA7A13}" sibTransId="{7474AE40-05F4-42EC-8724-E6EE91C3B057}"/>
    <dgm:cxn modelId="{B6FECB1E-1EC1-474F-B7EF-9BB613E11535}" type="presOf" srcId="{B63E0DDE-FFA2-4AA4-AC97-A3D4899E4334}" destId="{A9AB5390-4F1A-4001-AB4C-1DEF094D3220}" srcOrd="0" destOrd="0" presId="urn:microsoft.com/office/officeart/2005/8/layout/vProcess5"/>
    <dgm:cxn modelId="{119A2A28-E48D-4990-87BD-2BB3A3CC71EA}" type="presOf" srcId="{B63E0DDE-FFA2-4AA4-AC97-A3D4899E4334}" destId="{E7DC42AC-FC32-4190-AD99-D26F951B946D}" srcOrd="1" destOrd="0" presId="urn:microsoft.com/office/officeart/2005/8/layout/vProcess5"/>
    <dgm:cxn modelId="{C548112B-0D99-4208-A8EE-C45D3BF15807}" srcId="{A4E99BAB-59E5-4769-9C65-5F79476CAFF2}" destId="{B63E0DDE-FFA2-4AA4-AC97-A3D4899E4334}" srcOrd="0" destOrd="0" parTransId="{7BB92CF2-7184-4637-8A87-EE102607F75E}" sibTransId="{EC2A5C04-2BF4-494E-A055-A9E9DB417EC8}"/>
    <dgm:cxn modelId="{8ABCCA63-4927-40B3-9302-EF0564CA391F}" type="presOf" srcId="{A4E99BAB-59E5-4769-9C65-5F79476CAFF2}" destId="{12B0B8C7-F7A0-4708-B01A-E405CCDABED9}" srcOrd="0" destOrd="0" presId="urn:microsoft.com/office/officeart/2005/8/layout/vProcess5"/>
    <dgm:cxn modelId="{0706956B-06DF-419D-949F-BEEAD0C179E9}" type="presOf" srcId="{B6370FA9-480D-4EA0-BDE3-8E7E00183809}" destId="{86F6B655-DE33-48D6-8E1C-2680E76EDF03}" srcOrd="0" destOrd="0" presId="urn:microsoft.com/office/officeart/2005/8/layout/vProcess5"/>
    <dgm:cxn modelId="{D8AD1F6D-66DE-41B7-BCB8-633A720AD901}" type="presOf" srcId="{A7ADCBF9-AF27-4027-92AF-D009E052FA9D}" destId="{F6FAEBC0-CF77-4600-A052-DEA32B8044D8}" srcOrd="1" destOrd="0" presId="urn:microsoft.com/office/officeart/2005/8/layout/vProcess5"/>
    <dgm:cxn modelId="{BDC59088-F0D7-417B-B971-39D1305A4F02}" type="presOf" srcId="{75C71F92-47F3-4D54-838B-D6580D689A17}" destId="{17F9684B-B575-44E0-8B8B-2DF610BA323C}" srcOrd="1" destOrd="0" presId="urn:microsoft.com/office/officeart/2005/8/layout/vProcess5"/>
    <dgm:cxn modelId="{146C129C-02B9-4B4A-98D3-AE2C0608B63F}" type="presOf" srcId="{B6370FA9-480D-4EA0-BDE3-8E7E00183809}" destId="{6D70CA91-C73B-44CF-B6D4-9F2DC5E2DCDC}" srcOrd="1" destOrd="0" presId="urn:microsoft.com/office/officeart/2005/8/layout/vProcess5"/>
    <dgm:cxn modelId="{3934379E-9ED7-4D28-B719-0EB6FD56340B}" srcId="{A4E99BAB-59E5-4769-9C65-5F79476CAFF2}" destId="{A7ADCBF9-AF27-4027-92AF-D009E052FA9D}" srcOrd="3" destOrd="0" parTransId="{CFD8C259-455A-42F0-9BF0-F6D47B32D55C}" sibTransId="{77C73A69-0348-4D90-A98A-B03CA211942E}"/>
    <dgm:cxn modelId="{029765A6-A872-40E5-BB40-41522E68A69A}" type="presOf" srcId="{C875A0F2-5B32-49C8-B846-D999EADFCC3D}" destId="{0438829C-4F09-4877-84D3-421409EC5C4B}" srcOrd="0" destOrd="0" presId="urn:microsoft.com/office/officeart/2005/8/layout/vProcess5"/>
    <dgm:cxn modelId="{5BCD33A8-4668-42DE-A8FE-5369CB555768}" type="presOf" srcId="{A7ADCBF9-AF27-4027-92AF-D009E052FA9D}" destId="{90558DEC-C443-4BB1-9EF5-3AF996B58781}" srcOrd="0" destOrd="0" presId="urn:microsoft.com/office/officeart/2005/8/layout/vProcess5"/>
    <dgm:cxn modelId="{070384B2-F385-464D-BCE4-082BD72D137D}" srcId="{A4E99BAB-59E5-4769-9C65-5F79476CAFF2}" destId="{75C71F92-47F3-4D54-838B-D6580D689A17}" srcOrd="2" destOrd="0" parTransId="{BF3C99AB-DDFE-406A-92AA-760D7E4F066F}" sibTransId="{C875A0F2-5B32-49C8-B846-D999EADFCC3D}"/>
    <dgm:cxn modelId="{5776ADCB-87DD-4205-AE2C-7E25FCB24A91}" type="presOf" srcId="{EC2A5C04-2BF4-494E-A055-A9E9DB417EC8}" destId="{C4CF56EB-6350-424C-8C65-AC73CD629A57}" srcOrd="0" destOrd="0" presId="urn:microsoft.com/office/officeart/2005/8/layout/vProcess5"/>
    <dgm:cxn modelId="{7D3195D1-D8F9-4298-ACA6-8AC6F5B3B02C}" type="presOf" srcId="{75C71F92-47F3-4D54-838B-D6580D689A17}" destId="{8C3627AF-C003-4F31-92C9-C060DC23F43B}" srcOrd="0" destOrd="0" presId="urn:microsoft.com/office/officeart/2005/8/layout/vProcess5"/>
    <dgm:cxn modelId="{C27569BE-1CF1-4636-B63B-544D4B0F095F}" type="presParOf" srcId="{12B0B8C7-F7A0-4708-B01A-E405CCDABED9}" destId="{0AE639EF-3458-4247-9108-7E79A7101882}" srcOrd="0" destOrd="0" presId="urn:microsoft.com/office/officeart/2005/8/layout/vProcess5"/>
    <dgm:cxn modelId="{018F0F71-77D5-4352-9AEC-46A0E397BB2A}" type="presParOf" srcId="{12B0B8C7-F7A0-4708-B01A-E405CCDABED9}" destId="{A9AB5390-4F1A-4001-AB4C-1DEF094D3220}" srcOrd="1" destOrd="0" presId="urn:microsoft.com/office/officeart/2005/8/layout/vProcess5"/>
    <dgm:cxn modelId="{4AB19FD1-7E3F-4CC8-9D1D-8B2CF23BD99E}" type="presParOf" srcId="{12B0B8C7-F7A0-4708-B01A-E405CCDABED9}" destId="{86F6B655-DE33-48D6-8E1C-2680E76EDF03}" srcOrd="2" destOrd="0" presId="urn:microsoft.com/office/officeart/2005/8/layout/vProcess5"/>
    <dgm:cxn modelId="{0E3DBF83-647E-4FD7-ABFD-C5216CBBD7EA}" type="presParOf" srcId="{12B0B8C7-F7A0-4708-B01A-E405CCDABED9}" destId="{8C3627AF-C003-4F31-92C9-C060DC23F43B}" srcOrd="3" destOrd="0" presId="urn:microsoft.com/office/officeart/2005/8/layout/vProcess5"/>
    <dgm:cxn modelId="{FFDC8797-F904-4937-967C-001CEF6A9347}" type="presParOf" srcId="{12B0B8C7-F7A0-4708-B01A-E405CCDABED9}" destId="{90558DEC-C443-4BB1-9EF5-3AF996B58781}" srcOrd="4" destOrd="0" presId="urn:microsoft.com/office/officeart/2005/8/layout/vProcess5"/>
    <dgm:cxn modelId="{B77EC758-8FDB-487B-9FCF-20C4D9485C86}" type="presParOf" srcId="{12B0B8C7-F7A0-4708-B01A-E405CCDABED9}" destId="{C4CF56EB-6350-424C-8C65-AC73CD629A57}" srcOrd="5" destOrd="0" presId="urn:microsoft.com/office/officeart/2005/8/layout/vProcess5"/>
    <dgm:cxn modelId="{A175AD34-0B3B-4E26-A0AE-841442F3AA5E}" type="presParOf" srcId="{12B0B8C7-F7A0-4708-B01A-E405CCDABED9}" destId="{991AEF0F-5F29-431D-B47A-005A1E8FA9D1}" srcOrd="6" destOrd="0" presId="urn:microsoft.com/office/officeart/2005/8/layout/vProcess5"/>
    <dgm:cxn modelId="{22A7A3E7-BB35-4002-BF4E-9C0B484C3CEB}" type="presParOf" srcId="{12B0B8C7-F7A0-4708-B01A-E405CCDABED9}" destId="{0438829C-4F09-4877-84D3-421409EC5C4B}" srcOrd="7" destOrd="0" presId="urn:microsoft.com/office/officeart/2005/8/layout/vProcess5"/>
    <dgm:cxn modelId="{89C0388E-F015-4B38-9029-C6E47C78FDAE}" type="presParOf" srcId="{12B0B8C7-F7A0-4708-B01A-E405CCDABED9}" destId="{E7DC42AC-FC32-4190-AD99-D26F951B946D}" srcOrd="8" destOrd="0" presId="urn:microsoft.com/office/officeart/2005/8/layout/vProcess5"/>
    <dgm:cxn modelId="{C2E4DDA4-34B0-4A45-B27A-91025A76A02D}" type="presParOf" srcId="{12B0B8C7-F7A0-4708-B01A-E405CCDABED9}" destId="{6D70CA91-C73B-44CF-B6D4-9F2DC5E2DCDC}" srcOrd="9" destOrd="0" presId="urn:microsoft.com/office/officeart/2005/8/layout/vProcess5"/>
    <dgm:cxn modelId="{B50CE3D9-402D-46F8-90AE-2E436E5EAE17}" type="presParOf" srcId="{12B0B8C7-F7A0-4708-B01A-E405CCDABED9}" destId="{17F9684B-B575-44E0-8B8B-2DF610BA323C}" srcOrd="10" destOrd="0" presId="urn:microsoft.com/office/officeart/2005/8/layout/vProcess5"/>
    <dgm:cxn modelId="{7BB96679-EDC4-4CA1-9418-4C216C405C87}" type="presParOf" srcId="{12B0B8C7-F7A0-4708-B01A-E405CCDABED9}" destId="{F6FAEBC0-CF77-4600-A052-DEA32B8044D8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ED845F55-F7C8-41C9-88B3-D89AA4305CD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5A937A8-78F8-46FB-B52B-079EE24BE6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Function:</a:t>
          </a: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 Integrated shopping assistant.</a:t>
          </a:r>
        </a:p>
      </dgm:t>
    </dgm:pt>
    <dgm:pt modelId="{BA382F08-41CE-4FE0-9AA6-B64F3F0CAD6C}" type="parTrans" cxnId="{CBBB9C9F-B930-4C2E-A235-E3541B86818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038DB65-DB02-4333-B751-81C4E25189E4}" type="sibTrans" cxnId="{CBBB9C9F-B930-4C2E-A235-E3541B868188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E35AE3A-2AB4-49E2-A9AF-C530FB82F8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Query:</a:t>
          </a: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 "What should I check before buying a laptop?"</a:t>
          </a:r>
        </a:p>
      </dgm:t>
    </dgm:pt>
    <dgm:pt modelId="{C1D531AA-6E16-4525-B3CA-6375695DE9EC}" type="parTrans" cxnId="{441005F8-B591-43E3-9A14-0D2E83D8C70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D83CCA-27B0-49F2-834C-1B1CBA2135D0}" type="sibTrans" cxnId="{441005F8-B591-43E3-9A14-0D2E83D8C709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2D47305-1C29-4F12-8299-72D98F3564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Process:</a:t>
          </a: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 FAISS retrieves laptop products -&gt; LLM generates context-aware buying advice.</a:t>
          </a:r>
        </a:p>
      </dgm:t>
    </dgm:pt>
    <dgm:pt modelId="{1CE22451-46CB-499A-9F34-7D6EAFAF75D4}" type="parTrans" cxnId="{0D5BB64F-70CF-41B0-A61C-7CABA81A701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B4F021E-E540-4DCB-83A3-6AE4DA1D872E}" type="sibTrans" cxnId="{0D5BB64F-70CF-41B0-A61C-7CABA81A701B}">
      <dgm:prSet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0AF8E2D-A90C-44D2-9BFF-3ABA1CE45C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Outcome:</a:t>
          </a: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 Factual, helpful responses (not generic AI).</a:t>
          </a:r>
        </a:p>
      </dgm:t>
    </dgm:pt>
    <dgm:pt modelId="{A3250EF8-846C-46E0-9BB2-75A422545E1D}" type="parTrans" cxnId="{AB4D7AAE-0625-4620-82B1-3BE8F7B5DA7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DA53C9D-9952-43A3-84E1-67F3F4806473}" type="sibTrans" cxnId="{AB4D7AAE-0625-4620-82B1-3BE8F7B5DA7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59E570C-D915-4BE0-A112-9FC12D98C13B}" type="pres">
      <dgm:prSet presAssocID="{ED845F55-F7C8-41C9-88B3-D89AA4305CD5}" presName="root" presStyleCnt="0">
        <dgm:presLayoutVars>
          <dgm:dir/>
          <dgm:resizeHandles val="exact"/>
        </dgm:presLayoutVars>
      </dgm:prSet>
      <dgm:spPr/>
    </dgm:pt>
    <dgm:pt modelId="{7E55255E-BA2A-4945-A982-0646D5D95B6B}" type="pres">
      <dgm:prSet presAssocID="{ED845F55-F7C8-41C9-88B3-D89AA4305CD5}" presName="container" presStyleCnt="0">
        <dgm:presLayoutVars>
          <dgm:dir/>
          <dgm:resizeHandles val="exact"/>
        </dgm:presLayoutVars>
      </dgm:prSet>
      <dgm:spPr/>
    </dgm:pt>
    <dgm:pt modelId="{AF4E49A4-A899-423A-8757-33ED4023BFCF}" type="pres">
      <dgm:prSet presAssocID="{75A937A8-78F8-46FB-B52B-079EE24BE631}" presName="compNode" presStyleCnt="0"/>
      <dgm:spPr/>
    </dgm:pt>
    <dgm:pt modelId="{FFE14B80-AB17-429C-9F7E-040E047CB7E4}" type="pres">
      <dgm:prSet presAssocID="{75A937A8-78F8-46FB-B52B-079EE24BE631}" presName="iconBgRect" presStyleLbl="bgShp" presStyleIdx="0" presStyleCnt="4"/>
      <dgm:spPr/>
    </dgm:pt>
    <dgm:pt modelId="{9E9E9806-0848-4A65-B953-6DD0806D441A}" type="pres">
      <dgm:prSet presAssocID="{75A937A8-78F8-46FB-B52B-079EE24BE63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18944652-E58B-4E21-96D9-0F5906289683}" type="pres">
      <dgm:prSet presAssocID="{75A937A8-78F8-46FB-B52B-079EE24BE631}" presName="spaceRect" presStyleCnt="0"/>
      <dgm:spPr/>
    </dgm:pt>
    <dgm:pt modelId="{CD1FE8CE-D0B4-4733-B22E-16F6CD96797C}" type="pres">
      <dgm:prSet presAssocID="{75A937A8-78F8-46FB-B52B-079EE24BE631}" presName="textRect" presStyleLbl="revTx" presStyleIdx="0" presStyleCnt="4">
        <dgm:presLayoutVars>
          <dgm:chMax val="1"/>
          <dgm:chPref val="1"/>
        </dgm:presLayoutVars>
      </dgm:prSet>
      <dgm:spPr/>
    </dgm:pt>
    <dgm:pt modelId="{53CBC521-1704-43D5-85A8-0348DB0595EA}" type="pres">
      <dgm:prSet presAssocID="{A038DB65-DB02-4333-B751-81C4E25189E4}" presName="sibTrans" presStyleLbl="sibTrans2D1" presStyleIdx="0" presStyleCnt="0"/>
      <dgm:spPr/>
    </dgm:pt>
    <dgm:pt modelId="{13D7D086-A1E1-4443-A1E0-F05F76FE8FFE}" type="pres">
      <dgm:prSet presAssocID="{AE35AE3A-2AB4-49E2-A9AF-C530FB82F8FC}" presName="compNode" presStyleCnt="0"/>
      <dgm:spPr/>
    </dgm:pt>
    <dgm:pt modelId="{2E61E47F-0D30-442B-ABB5-91B88944E861}" type="pres">
      <dgm:prSet presAssocID="{AE35AE3A-2AB4-49E2-A9AF-C530FB82F8FC}" presName="iconBgRect" presStyleLbl="bgShp" presStyleIdx="1" presStyleCnt="4"/>
      <dgm:spPr/>
    </dgm:pt>
    <dgm:pt modelId="{42A6E04D-60E5-4244-805B-48CBD2994CE8}" type="pres">
      <dgm:prSet presAssocID="{AE35AE3A-2AB4-49E2-A9AF-C530FB82F8F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34A8D2E0-8F19-43CC-9DE5-9C16A80CBE9F}" type="pres">
      <dgm:prSet presAssocID="{AE35AE3A-2AB4-49E2-A9AF-C530FB82F8FC}" presName="spaceRect" presStyleCnt="0"/>
      <dgm:spPr/>
    </dgm:pt>
    <dgm:pt modelId="{37ECE6D3-DB91-4214-987A-0B6A9D54BE05}" type="pres">
      <dgm:prSet presAssocID="{AE35AE3A-2AB4-49E2-A9AF-C530FB82F8FC}" presName="textRect" presStyleLbl="revTx" presStyleIdx="1" presStyleCnt="4">
        <dgm:presLayoutVars>
          <dgm:chMax val="1"/>
          <dgm:chPref val="1"/>
        </dgm:presLayoutVars>
      </dgm:prSet>
      <dgm:spPr/>
    </dgm:pt>
    <dgm:pt modelId="{36F4C92E-84E1-4663-8EC7-06CCC7AF9CE2}" type="pres">
      <dgm:prSet presAssocID="{76D83CCA-27B0-49F2-834C-1B1CBA2135D0}" presName="sibTrans" presStyleLbl="sibTrans2D1" presStyleIdx="0" presStyleCnt="0"/>
      <dgm:spPr/>
    </dgm:pt>
    <dgm:pt modelId="{64B532B3-3F46-4F3F-8A1B-003DCBF0BA96}" type="pres">
      <dgm:prSet presAssocID="{82D47305-1C29-4F12-8299-72D98F35649E}" presName="compNode" presStyleCnt="0"/>
      <dgm:spPr/>
    </dgm:pt>
    <dgm:pt modelId="{2260CE06-61D6-4E42-AA6E-6866DC58588E}" type="pres">
      <dgm:prSet presAssocID="{82D47305-1C29-4F12-8299-72D98F35649E}" presName="iconBgRect" presStyleLbl="bgShp" presStyleIdx="2" presStyleCnt="4"/>
      <dgm:spPr/>
    </dgm:pt>
    <dgm:pt modelId="{38514CDC-DECB-4DB9-99E7-E7ACA60E11D7}" type="pres">
      <dgm:prSet presAssocID="{82D47305-1C29-4F12-8299-72D98F35649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BBED8CE6-B67E-4EB0-BD6A-6F11386C16C2}" type="pres">
      <dgm:prSet presAssocID="{82D47305-1C29-4F12-8299-72D98F35649E}" presName="spaceRect" presStyleCnt="0"/>
      <dgm:spPr/>
    </dgm:pt>
    <dgm:pt modelId="{685DFF32-F785-4DB4-B559-35A56EB398B8}" type="pres">
      <dgm:prSet presAssocID="{82D47305-1C29-4F12-8299-72D98F35649E}" presName="textRect" presStyleLbl="revTx" presStyleIdx="2" presStyleCnt="4">
        <dgm:presLayoutVars>
          <dgm:chMax val="1"/>
          <dgm:chPref val="1"/>
        </dgm:presLayoutVars>
      </dgm:prSet>
      <dgm:spPr/>
    </dgm:pt>
    <dgm:pt modelId="{4DB9C44F-DF3D-4501-A880-0DD3CFBAD0A2}" type="pres">
      <dgm:prSet presAssocID="{7B4F021E-E540-4DCB-83A3-6AE4DA1D872E}" presName="sibTrans" presStyleLbl="sibTrans2D1" presStyleIdx="0" presStyleCnt="0"/>
      <dgm:spPr/>
    </dgm:pt>
    <dgm:pt modelId="{7C2D413E-59D4-47A3-B1DD-DC3DC75559CC}" type="pres">
      <dgm:prSet presAssocID="{E0AF8E2D-A90C-44D2-9BFF-3ABA1CE45C05}" presName="compNode" presStyleCnt="0"/>
      <dgm:spPr/>
    </dgm:pt>
    <dgm:pt modelId="{B313FE8D-3FA3-41C4-8EF9-EBCBCEBC21C5}" type="pres">
      <dgm:prSet presAssocID="{E0AF8E2D-A90C-44D2-9BFF-3ABA1CE45C05}" presName="iconBgRect" presStyleLbl="bgShp" presStyleIdx="3" presStyleCnt="4"/>
      <dgm:spPr/>
    </dgm:pt>
    <dgm:pt modelId="{0D491FBC-6E79-49FE-8E3B-ACFFCFB6B644}" type="pres">
      <dgm:prSet presAssocID="{E0AF8E2D-A90C-44D2-9BFF-3ABA1CE45C0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D0D954E-E57B-489B-A108-5C7E559BA484}" type="pres">
      <dgm:prSet presAssocID="{E0AF8E2D-A90C-44D2-9BFF-3ABA1CE45C05}" presName="spaceRect" presStyleCnt="0"/>
      <dgm:spPr/>
    </dgm:pt>
    <dgm:pt modelId="{EFFCD77A-A2B3-4987-B2D8-7481A0722F47}" type="pres">
      <dgm:prSet presAssocID="{E0AF8E2D-A90C-44D2-9BFF-3ABA1CE45C0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C972C21-A87B-447F-BC3C-53DFD720A6D3}" type="presOf" srcId="{76D83CCA-27B0-49F2-834C-1B1CBA2135D0}" destId="{36F4C92E-84E1-4663-8EC7-06CCC7AF9CE2}" srcOrd="0" destOrd="0" presId="urn:microsoft.com/office/officeart/2018/2/layout/IconCircleList"/>
    <dgm:cxn modelId="{A9C0A32E-33CF-4FA6-928B-88E021455163}" type="presOf" srcId="{7B4F021E-E540-4DCB-83A3-6AE4DA1D872E}" destId="{4DB9C44F-DF3D-4501-A880-0DD3CFBAD0A2}" srcOrd="0" destOrd="0" presId="urn:microsoft.com/office/officeart/2018/2/layout/IconCircleList"/>
    <dgm:cxn modelId="{E40C3034-7257-44E7-A686-DE2C1979C24A}" type="presOf" srcId="{ED845F55-F7C8-41C9-88B3-D89AA4305CD5}" destId="{B59E570C-D915-4BE0-A112-9FC12D98C13B}" srcOrd="0" destOrd="0" presId="urn:microsoft.com/office/officeart/2018/2/layout/IconCircleList"/>
    <dgm:cxn modelId="{3107713C-AA18-46EA-AFD3-2C8929DE9448}" type="presOf" srcId="{82D47305-1C29-4F12-8299-72D98F35649E}" destId="{685DFF32-F785-4DB4-B559-35A56EB398B8}" srcOrd="0" destOrd="0" presId="urn:microsoft.com/office/officeart/2018/2/layout/IconCircleList"/>
    <dgm:cxn modelId="{0D5BB64F-70CF-41B0-A61C-7CABA81A701B}" srcId="{ED845F55-F7C8-41C9-88B3-D89AA4305CD5}" destId="{82D47305-1C29-4F12-8299-72D98F35649E}" srcOrd="2" destOrd="0" parTransId="{1CE22451-46CB-499A-9F34-7D6EAFAF75D4}" sibTransId="{7B4F021E-E540-4DCB-83A3-6AE4DA1D872E}"/>
    <dgm:cxn modelId="{2080CA6F-BE17-48BA-9CD4-3D84C529CCA1}" type="presOf" srcId="{E0AF8E2D-A90C-44D2-9BFF-3ABA1CE45C05}" destId="{EFFCD77A-A2B3-4987-B2D8-7481A0722F47}" srcOrd="0" destOrd="0" presId="urn:microsoft.com/office/officeart/2018/2/layout/IconCircleList"/>
    <dgm:cxn modelId="{CBBB9C9F-B930-4C2E-A235-E3541B868188}" srcId="{ED845F55-F7C8-41C9-88B3-D89AA4305CD5}" destId="{75A937A8-78F8-46FB-B52B-079EE24BE631}" srcOrd="0" destOrd="0" parTransId="{BA382F08-41CE-4FE0-9AA6-B64F3F0CAD6C}" sibTransId="{A038DB65-DB02-4333-B751-81C4E25189E4}"/>
    <dgm:cxn modelId="{AB4D7AAE-0625-4620-82B1-3BE8F7B5DA73}" srcId="{ED845F55-F7C8-41C9-88B3-D89AA4305CD5}" destId="{E0AF8E2D-A90C-44D2-9BFF-3ABA1CE45C05}" srcOrd="3" destOrd="0" parTransId="{A3250EF8-846C-46E0-9BB2-75A422545E1D}" sibTransId="{FDA53C9D-9952-43A3-84E1-67F3F4806473}"/>
    <dgm:cxn modelId="{82D879B7-D652-4980-9956-5DD51D0DE152}" type="presOf" srcId="{AE35AE3A-2AB4-49E2-A9AF-C530FB82F8FC}" destId="{37ECE6D3-DB91-4214-987A-0B6A9D54BE05}" srcOrd="0" destOrd="0" presId="urn:microsoft.com/office/officeart/2018/2/layout/IconCircleList"/>
    <dgm:cxn modelId="{4937D6B9-6231-4B4D-BCA4-3C0ECBA9FCC3}" type="presOf" srcId="{A038DB65-DB02-4333-B751-81C4E25189E4}" destId="{53CBC521-1704-43D5-85A8-0348DB0595EA}" srcOrd="0" destOrd="0" presId="urn:microsoft.com/office/officeart/2018/2/layout/IconCircleList"/>
    <dgm:cxn modelId="{9E5103CE-6F36-42E0-8BDB-0E85E51CE69F}" type="presOf" srcId="{75A937A8-78F8-46FB-B52B-079EE24BE631}" destId="{CD1FE8CE-D0B4-4733-B22E-16F6CD96797C}" srcOrd="0" destOrd="0" presId="urn:microsoft.com/office/officeart/2018/2/layout/IconCircleList"/>
    <dgm:cxn modelId="{441005F8-B591-43E3-9A14-0D2E83D8C709}" srcId="{ED845F55-F7C8-41C9-88B3-D89AA4305CD5}" destId="{AE35AE3A-2AB4-49E2-A9AF-C530FB82F8FC}" srcOrd="1" destOrd="0" parTransId="{C1D531AA-6E16-4525-B3CA-6375695DE9EC}" sibTransId="{76D83CCA-27B0-49F2-834C-1B1CBA2135D0}"/>
    <dgm:cxn modelId="{6166D0BC-4761-4ACF-955E-E0C34CB567A2}" type="presParOf" srcId="{B59E570C-D915-4BE0-A112-9FC12D98C13B}" destId="{7E55255E-BA2A-4945-A982-0646D5D95B6B}" srcOrd="0" destOrd="0" presId="urn:microsoft.com/office/officeart/2018/2/layout/IconCircleList"/>
    <dgm:cxn modelId="{974FF24F-DE63-4B73-B606-B39EED08C5AD}" type="presParOf" srcId="{7E55255E-BA2A-4945-A982-0646D5D95B6B}" destId="{AF4E49A4-A899-423A-8757-33ED4023BFCF}" srcOrd="0" destOrd="0" presId="urn:microsoft.com/office/officeart/2018/2/layout/IconCircleList"/>
    <dgm:cxn modelId="{A32175F2-6E0D-403A-A653-BCBA9E33B2E1}" type="presParOf" srcId="{AF4E49A4-A899-423A-8757-33ED4023BFCF}" destId="{FFE14B80-AB17-429C-9F7E-040E047CB7E4}" srcOrd="0" destOrd="0" presId="urn:microsoft.com/office/officeart/2018/2/layout/IconCircleList"/>
    <dgm:cxn modelId="{EBF7BAD7-89F9-4768-A7FE-0F8C3DD15E21}" type="presParOf" srcId="{AF4E49A4-A899-423A-8757-33ED4023BFCF}" destId="{9E9E9806-0848-4A65-B953-6DD0806D441A}" srcOrd="1" destOrd="0" presId="urn:microsoft.com/office/officeart/2018/2/layout/IconCircleList"/>
    <dgm:cxn modelId="{CCE458A0-9811-4309-9FCE-9951CB7EB058}" type="presParOf" srcId="{AF4E49A4-A899-423A-8757-33ED4023BFCF}" destId="{18944652-E58B-4E21-96D9-0F5906289683}" srcOrd="2" destOrd="0" presId="urn:microsoft.com/office/officeart/2018/2/layout/IconCircleList"/>
    <dgm:cxn modelId="{D99B1698-0D85-4D9A-9E1F-9D9E62B67433}" type="presParOf" srcId="{AF4E49A4-A899-423A-8757-33ED4023BFCF}" destId="{CD1FE8CE-D0B4-4733-B22E-16F6CD96797C}" srcOrd="3" destOrd="0" presId="urn:microsoft.com/office/officeart/2018/2/layout/IconCircleList"/>
    <dgm:cxn modelId="{7829B53F-4FFF-4EED-B875-B320E508400D}" type="presParOf" srcId="{7E55255E-BA2A-4945-A982-0646D5D95B6B}" destId="{53CBC521-1704-43D5-85A8-0348DB0595EA}" srcOrd="1" destOrd="0" presId="urn:microsoft.com/office/officeart/2018/2/layout/IconCircleList"/>
    <dgm:cxn modelId="{3E96DA91-C062-4A67-8D20-8FF2D283C0E3}" type="presParOf" srcId="{7E55255E-BA2A-4945-A982-0646D5D95B6B}" destId="{13D7D086-A1E1-4443-A1E0-F05F76FE8FFE}" srcOrd="2" destOrd="0" presId="urn:microsoft.com/office/officeart/2018/2/layout/IconCircleList"/>
    <dgm:cxn modelId="{DDEFB381-A050-4BF4-8746-A40454B8BE78}" type="presParOf" srcId="{13D7D086-A1E1-4443-A1E0-F05F76FE8FFE}" destId="{2E61E47F-0D30-442B-ABB5-91B88944E861}" srcOrd="0" destOrd="0" presId="urn:microsoft.com/office/officeart/2018/2/layout/IconCircleList"/>
    <dgm:cxn modelId="{13D811E3-AA21-47E4-94C3-6D6A78BCB0B0}" type="presParOf" srcId="{13D7D086-A1E1-4443-A1E0-F05F76FE8FFE}" destId="{42A6E04D-60E5-4244-805B-48CBD2994CE8}" srcOrd="1" destOrd="0" presId="urn:microsoft.com/office/officeart/2018/2/layout/IconCircleList"/>
    <dgm:cxn modelId="{5F9D583F-B569-45E9-A71D-F8FA5ED46BF7}" type="presParOf" srcId="{13D7D086-A1E1-4443-A1E0-F05F76FE8FFE}" destId="{34A8D2E0-8F19-43CC-9DE5-9C16A80CBE9F}" srcOrd="2" destOrd="0" presId="urn:microsoft.com/office/officeart/2018/2/layout/IconCircleList"/>
    <dgm:cxn modelId="{51C89444-8858-446C-87ED-7B8D1D509A85}" type="presParOf" srcId="{13D7D086-A1E1-4443-A1E0-F05F76FE8FFE}" destId="{37ECE6D3-DB91-4214-987A-0B6A9D54BE05}" srcOrd="3" destOrd="0" presId="urn:microsoft.com/office/officeart/2018/2/layout/IconCircleList"/>
    <dgm:cxn modelId="{9879FD90-AA10-44DF-BFF2-C91D620C4137}" type="presParOf" srcId="{7E55255E-BA2A-4945-A982-0646D5D95B6B}" destId="{36F4C92E-84E1-4663-8EC7-06CCC7AF9CE2}" srcOrd="3" destOrd="0" presId="urn:microsoft.com/office/officeart/2018/2/layout/IconCircleList"/>
    <dgm:cxn modelId="{127F5B6C-0281-442B-B92E-E54FF106F3B6}" type="presParOf" srcId="{7E55255E-BA2A-4945-A982-0646D5D95B6B}" destId="{64B532B3-3F46-4F3F-8A1B-003DCBF0BA96}" srcOrd="4" destOrd="0" presId="urn:microsoft.com/office/officeart/2018/2/layout/IconCircleList"/>
    <dgm:cxn modelId="{E94B6E18-3C4B-4394-8351-A03CE2B201AB}" type="presParOf" srcId="{64B532B3-3F46-4F3F-8A1B-003DCBF0BA96}" destId="{2260CE06-61D6-4E42-AA6E-6866DC58588E}" srcOrd="0" destOrd="0" presId="urn:microsoft.com/office/officeart/2018/2/layout/IconCircleList"/>
    <dgm:cxn modelId="{E64E0A80-D78E-4253-9C26-B9F219AF5947}" type="presParOf" srcId="{64B532B3-3F46-4F3F-8A1B-003DCBF0BA96}" destId="{38514CDC-DECB-4DB9-99E7-E7ACA60E11D7}" srcOrd="1" destOrd="0" presId="urn:microsoft.com/office/officeart/2018/2/layout/IconCircleList"/>
    <dgm:cxn modelId="{D0E5F57A-0F6D-46EA-B10F-986CDF231CFB}" type="presParOf" srcId="{64B532B3-3F46-4F3F-8A1B-003DCBF0BA96}" destId="{BBED8CE6-B67E-4EB0-BD6A-6F11386C16C2}" srcOrd="2" destOrd="0" presId="urn:microsoft.com/office/officeart/2018/2/layout/IconCircleList"/>
    <dgm:cxn modelId="{3E5C6A87-C1DA-4565-8E41-C68DA387789C}" type="presParOf" srcId="{64B532B3-3F46-4F3F-8A1B-003DCBF0BA96}" destId="{685DFF32-F785-4DB4-B559-35A56EB398B8}" srcOrd="3" destOrd="0" presId="urn:microsoft.com/office/officeart/2018/2/layout/IconCircleList"/>
    <dgm:cxn modelId="{764202FB-C46E-4FED-AEB5-C533F62D6EF8}" type="presParOf" srcId="{7E55255E-BA2A-4945-A982-0646D5D95B6B}" destId="{4DB9C44F-DF3D-4501-A880-0DD3CFBAD0A2}" srcOrd="5" destOrd="0" presId="urn:microsoft.com/office/officeart/2018/2/layout/IconCircleList"/>
    <dgm:cxn modelId="{BD137E22-3BAB-4990-B127-06DC21DBDB14}" type="presParOf" srcId="{7E55255E-BA2A-4945-A982-0646D5D95B6B}" destId="{7C2D413E-59D4-47A3-B1DD-DC3DC75559CC}" srcOrd="6" destOrd="0" presId="urn:microsoft.com/office/officeart/2018/2/layout/IconCircleList"/>
    <dgm:cxn modelId="{1132C259-47E9-4863-8D5E-1C35E5610885}" type="presParOf" srcId="{7C2D413E-59D4-47A3-B1DD-DC3DC75559CC}" destId="{B313FE8D-3FA3-41C4-8EF9-EBCBCEBC21C5}" srcOrd="0" destOrd="0" presId="urn:microsoft.com/office/officeart/2018/2/layout/IconCircleList"/>
    <dgm:cxn modelId="{C630A24A-4108-4E64-9F87-637139396E8D}" type="presParOf" srcId="{7C2D413E-59D4-47A3-B1DD-DC3DC75559CC}" destId="{0D491FBC-6E79-49FE-8E3B-ACFFCFB6B644}" srcOrd="1" destOrd="0" presId="urn:microsoft.com/office/officeart/2018/2/layout/IconCircleList"/>
    <dgm:cxn modelId="{C11E1A18-30B6-4B20-AEE4-1DE8EB768935}" type="presParOf" srcId="{7C2D413E-59D4-47A3-B1DD-DC3DC75559CC}" destId="{7D0D954E-E57B-489B-A108-5C7E559BA484}" srcOrd="2" destOrd="0" presId="urn:microsoft.com/office/officeart/2018/2/layout/IconCircleList"/>
    <dgm:cxn modelId="{3C6C423B-4E7B-413B-BA4D-92B0BC032CE5}" type="presParOf" srcId="{7C2D413E-59D4-47A3-B1DD-DC3DC75559CC}" destId="{EFFCD77A-A2B3-4987-B2D8-7481A0722F4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519744CD-EF55-4C96-965E-9EB6CE0DDA29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492DF58B-B46C-48D9-910C-A3495AFDED8B}">
      <dgm:prSet/>
      <dgm:spPr/>
      <dgm:t>
        <a:bodyPr/>
        <a:lstStyle/>
        <a:p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Strengths: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56E29A1-7133-432F-AC3B-8959DB1C0AA9}" type="parTrans" cxnId="{1ED3F159-2C06-47BC-9D2E-C44CEA408B11}">
      <dgm:prSet/>
      <dgm:spPr/>
      <dgm:t>
        <a:bodyPr/>
        <a:lstStyle/>
        <a:p>
          <a:endParaRPr lang="en-US"/>
        </a:p>
      </dgm:t>
    </dgm:pt>
    <dgm:pt modelId="{4EB6F2B4-6DC7-4466-82C9-7E86CBED52CF}" type="sibTrans" cxnId="{1ED3F159-2C06-47BC-9D2E-C44CEA408B11}">
      <dgm:prSet/>
      <dgm:spPr/>
      <dgm:t>
        <a:bodyPr/>
        <a:lstStyle/>
        <a:p>
          <a:endParaRPr lang="en-US"/>
        </a:p>
      </dgm:t>
    </dgm:pt>
    <dgm:pt modelId="{624B7460-05D2-498E-B224-B6F62AFA281E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Semantic understanding significantly outperforms keyword search.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CBE9501-21D8-4DE5-A558-2F604B82D568}" type="parTrans" cxnId="{61B832F6-8B44-4782-94F2-CC576C233401}">
      <dgm:prSet/>
      <dgm:spPr/>
      <dgm:t>
        <a:bodyPr/>
        <a:lstStyle/>
        <a:p>
          <a:endParaRPr lang="en-US"/>
        </a:p>
      </dgm:t>
    </dgm:pt>
    <dgm:pt modelId="{FE6B2FC2-580C-44F7-AD90-FDB2377FE54C}" type="sibTrans" cxnId="{61B832F6-8B44-4782-94F2-CC576C233401}">
      <dgm:prSet/>
      <dgm:spPr/>
      <dgm:t>
        <a:bodyPr/>
        <a:lstStyle/>
        <a:p>
          <a:endParaRPr lang="en-US"/>
        </a:p>
      </dgm:t>
    </dgm:pt>
    <dgm:pt modelId="{F5C1B642-99A9-4747-8791-770714D991F5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FAISS enables real-time retrieval (&lt;2 seconds).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39159F0-A27F-4259-809F-D1F78EEADC3A}" type="parTrans" cxnId="{1F4774C8-CF83-45BF-9C4F-BF24511F4F5D}">
      <dgm:prSet/>
      <dgm:spPr/>
      <dgm:t>
        <a:bodyPr/>
        <a:lstStyle/>
        <a:p>
          <a:endParaRPr lang="en-US"/>
        </a:p>
      </dgm:t>
    </dgm:pt>
    <dgm:pt modelId="{05A85482-8B87-4F17-AD60-CA57561A97D2}" type="sibTrans" cxnId="{1F4774C8-CF83-45BF-9C4F-BF24511F4F5D}">
      <dgm:prSet/>
      <dgm:spPr/>
      <dgm:t>
        <a:bodyPr/>
        <a:lstStyle/>
        <a:p>
          <a:endParaRPr lang="en-US"/>
        </a:p>
      </dgm:t>
    </dgm:pt>
    <dgm:pt modelId="{38877688-B054-4851-8C4D-EAE8D057E908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Multimodal input (text/image/voice) provides flexibility.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CAF397C-F4EE-4CF1-B045-F71B76DCB318}" type="parTrans" cxnId="{B9CCFFE6-F23D-4BAD-8E2B-3958731D9B07}">
      <dgm:prSet/>
      <dgm:spPr/>
      <dgm:t>
        <a:bodyPr/>
        <a:lstStyle/>
        <a:p>
          <a:endParaRPr lang="en-US"/>
        </a:p>
      </dgm:t>
    </dgm:pt>
    <dgm:pt modelId="{7F3246BC-7969-451B-B3B8-C8545A845602}" type="sibTrans" cxnId="{B9CCFFE6-F23D-4BAD-8E2B-3958731D9B07}">
      <dgm:prSet/>
      <dgm:spPr/>
      <dgm:t>
        <a:bodyPr/>
        <a:lstStyle/>
        <a:p>
          <a:endParaRPr lang="en-US"/>
        </a:p>
      </dgm:t>
    </dgm:pt>
    <dgm:pt modelId="{AB455942-F0E1-4B8E-8145-EC9744879381}">
      <dgm:prSet/>
      <dgm:spPr/>
      <dgm:t>
        <a:bodyPr/>
        <a:lstStyle/>
        <a:p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Challenges: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E73E079-0072-4757-92C1-230AF931C899}" type="parTrans" cxnId="{4BD0CF7B-DE62-47EB-B2F2-D932D0FF1EA9}">
      <dgm:prSet/>
      <dgm:spPr/>
      <dgm:t>
        <a:bodyPr/>
        <a:lstStyle/>
        <a:p>
          <a:endParaRPr lang="en-US"/>
        </a:p>
      </dgm:t>
    </dgm:pt>
    <dgm:pt modelId="{69A12C2F-6EFB-4165-9170-D85A7D475EAD}" type="sibTrans" cxnId="{4BD0CF7B-DE62-47EB-B2F2-D932D0FF1EA9}">
      <dgm:prSet/>
      <dgm:spPr/>
      <dgm:t>
        <a:bodyPr/>
        <a:lstStyle/>
        <a:p>
          <a:endParaRPr lang="en-US"/>
        </a:p>
      </dgm:t>
    </dgm:pt>
    <dgm:pt modelId="{18E6B5B6-96CE-480B-9CBA-0C334D86A5CB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Image retrieval accuracy varies with image quality.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CA0C299-908C-4643-A4E5-79302739E5CC}" type="parTrans" cxnId="{0F379E71-2897-420A-959A-8270351534EA}">
      <dgm:prSet/>
      <dgm:spPr/>
      <dgm:t>
        <a:bodyPr/>
        <a:lstStyle/>
        <a:p>
          <a:endParaRPr lang="en-US"/>
        </a:p>
      </dgm:t>
    </dgm:pt>
    <dgm:pt modelId="{8DCC23BD-397A-4138-9537-495943FA6D14}" type="sibTrans" cxnId="{0F379E71-2897-420A-959A-8270351534EA}">
      <dgm:prSet/>
      <dgm:spPr/>
      <dgm:t>
        <a:bodyPr/>
        <a:lstStyle/>
        <a:p>
          <a:endParaRPr lang="en-US"/>
        </a:p>
      </dgm:t>
    </dgm:pt>
    <dgm:pt modelId="{3A258653-FA9C-4794-BF37-5E0F5E14181F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Precision drops for ambiguous queries (e.g., "black jacket").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A3EFC55-5D0E-43B2-AD2B-9498E62FE68F}" type="parTrans" cxnId="{F8793651-3695-49FC-A19C-F7723D7DECA1}">
      <dgm:prSet/>
      <dgm:spPr/>
      <dgm:t>
        <a:bodyPr/>
        <a:lstStyle/>
        <a:p>
          <a:endParaRPr lang="en-US"/>
        </a:p>
      </dgm:t>
    </dgm:pt>
    <dgm:pt modelId="{45074081-B526-4780-811C-2E3BE18C6E53}" type="sibTrans" cxnId="{F8793651-3695-49FC-A19C-F7723D7DECA1}">
      <dgm:prSet/>
      <dgm:spPr/>
      <dgm:t>
        <a:bodyPr/>
        <a:lstStyle/>
        <a:p>
          <a:endParaRPr lang="en-US"/>
        </a:p>
      </dgm:t>
    </dgm:pt>
    <dgm:pt modelId="{0D932E11-2BEF-4A99-95C9-57900A106ADE}" type="pres">
      <dgm:prSet presAssocID="{519744CD-EF55-4C96-965E-9EB6CE0DDA29}" presName="linear" presStyleCnt="0">
        <dgm:presLayoutVars>
          <dgm:dir/>
          <dgm:animLvl val="lvl"/>
          <dgm:resizeHandles val="exact"/>
        </dgm:presLayoutVars>
      </dgm:prSet>
      <dgm:spPr/>
    </dgm:pt>
    <dgm:pt modelId="{AA60E474-6754-4E42-B32B-0F75E5E6ABCC}" type="pres">
      <dgm:prSet presAssocID="{492DF58B-B46C-48D9-910C-A3495AFDED8B}" presName="parentLin" presStyleCnt="0"/>
      <dgm:spPr/>
    </dgm:pt>
    <dgm:pt modelId="{C05AEFEB-5ED4-4900-B177-5BDD1A28FD7A}" type="pres">
      <dgm:prSet presAssocID="{492DF58B-B46C-48D9-910C-A3495AFDED8B}" presName="parentLeftMargin" presStyleLbl="node1" presStyleIdx="0" presStyleCnt="2"/>
      <dgm:spPr/>
    </dgm:pt>
    <dgm:pt modelId="{66119539-DE09-4341-A679-A0E8B0447F7F}" type="pres">
      <dgm:prSet presAssocID="{492DF58B-B46C-48D9-910C-A3495AFDED8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030C73D-D488-4819-B1E1-F02B1596E2A4}" type="pres">
      <dgm:prSet presAssocID="{492DF58B-B46C-48D9-910C-A3495AFDED8B}" presName="negativeSpace" presStyleCnt="0"/>
      <dgm:spPr/>
    </dgm:pt>
    <dgm:pt modelId="{AC579B94-8F11-4124-8C8B-69565A6EF6BC}" type="pres">
      <dgm:prSet presAssocID="{492DF58B-B46C-48D9-910C-A3495AFDED8B}" presName="childText" presStyleLbl="conFgAcc1" presStyleIdx="0" presStyleCnt="2">
        <dgm:presLayoutVars>
          <dgm:bulletEnabled val="1"/>
        </dgm:presLayoutVars>
      </dgm:prSet>
      <dgm:spPr/>
    </dgm:pt>
    <dgm:pt modelId="{585F75D7-62DE-4A97-970B-0C15C1F89D6E}" type="pres">
      <dgm:prSet presAssocID="{4EB6F2B4-6DC7-4466-82C9-7E86CBED52CF}" presName="spaceBetweenRectangles" presStyleCnt="0"/>
      <dgm:spPr/>
    </dgm:pt>
    <dgm:pt modelId="{495E724E-BF11-464F-B355-533A4DE794C6}" type="pres">
      <dgm:prSet presAssocID="{AB455942-F0E1-4B8E-8145-EC9744879381}" presName="parentLin" presStyleCnt="0"/>
      <dgm:spPr/>
    </dgm:pt>
    <dgm:pt modelId="{450E5C2B-A937-4238-90B3-8C138A82C116}" type="pres">
      <dgm:prSet presAssocID="{AB455942-F0E1-4B8E-8145-EC9744879381}" presName="parentLeftMargin" presStyleLbl="node1" presStyleIdx="0" presStyleCnt="2"/>
      <dgm:spPr/>
    </dgm:pt>
    <dgm:pt modelId="{509A5862-930D-4DB3-89F7-492EB1A29927}" type="pres">
      <dgm:prSet presAssocID="{AB455942-F0E1-4B8E-8145-EC974487938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64BDDB9-3A71-4B7F-B7C4-312CA8810DBD}" type="pres">
      <dgm:prSet presAssocID="{AB455942-F0E1-4B8E-8145-EC9744879381}" presName="negativeSpace" presStyleCnt="0"/>
      <dgm:spPr/>
    </dgm:pt>
    <dgm:pt modelId="{23E8AAB8-53C2-46D0-A21C-AA3F89D36070}" type="pres">
      <dgm:prSet presAssocID="{AB455942-F0E1-4B8E-8145-EC9744879381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413B4F0A-A95D-41A6-B51D-52CAFA4AC2DB}" type="presOf" srcId="{492DF58B-B46C-48D9-910C-A3495AFDED8B}" destId="{66119539-DE09-4341-A679-A0E8B0447F7F}" srcOrd="1" destOrd="0" presId="urn:microsoft.com/office/officeart/2005/8/layout/list1"/>
    <dgm:cxn modelId="{8502E60E-A408-48D6-ABF3-F154B0836214}" type="presOf" srcId="{AB455942-F0E1-4B8E-8145-EC9744879381}" destId="{450E5C2B-A937-4238-90B3-8C138A82C116}" srcOrd="0" destOrd="0" presId="urn:microsoft.com/office/officeart/2005/8/layout/list1"/>
    <dgm:cxn modelId="{A01E3C62-F3EC-489E-BC59-521522220F63}" type="presOf" srcId="{38877688-B054-4851-8C4D-EAE8D057E908}" destId="{AC579B94-8F11-4124-8C8B-69565A6EF6BC}" srcOrd="0" destOrd="2" presId="urn:microsoft.com/office/officeart/2005/8/layout/list1"/>
    <dgm:cxn modelId="{13075367-F663-4B77-ADF3-DFA5EA293DE1}" type="presOf" srcId="{624B7460-05D2-498E-B224-B6F62AFA281E}" destId="{AC579B94-8F11-4124-8C8B-69565A6EF6BC}" srcOrd="0" destOrd="0" presId="urn:microsoft.com/office/officeart/2005/8/layout/list1"/>
    <dgm:cxn modelId="{F8793651-3695-49FC-A19C-F7723D7DECA1}" srcId="{AB455942-F0E1-4B8E-8145-EC9744879381}" destId="{3A258653-FA9C-4794-BF37-5E0F5E14181F}" srcOrd="1" destOrd="0" parTransId="{5A3EFC55-5D0E-43B2-AD2B-9498E62FE68F}" sibTransId="{45074081-B526-4780-811C-2E3BE18C6E53}"/>
    <dgm:cxn modelId="{0F379E71-2897-420A-959A-8270351534EA}" srcId="{AB455942-F0E1-4B8E-8145-EC9744879381}" destId="{18E6B5B6-96CE-480B-9CBA-0C334D86A5CB}" srcOrd="0" destOrd="0" parTransId="{ECA0C299-908C-4643-A4E5-79302739E5CC}" sibTransId="{8DCC23BD-397A-4138-9537-495943FA6D14}"/>
    <dgm:cxn modelId="{D3D7E372-7198-47C4-91C0-B4165A504D0B}" type="presOf" srcId="{F5C1B642-99A9-4747-8791-770714D991F5}" destId="{AC579B94-8F11-4124-8C8B-69565A6EF6BC}" srcOrd="0" destOrd="1" presId="urn:microsoft.com/office/officeart/2005/8/layout/list1"/>
    <dgm:cxn modelId="{1ED3F159-2C06-47BC-9D2E-C44CEA408B11}" srcId="{519744CD-EF55-4C96-965E-9EB6CE0DDA29}" destId="{492DF58B-B46C-48D9-910C-A3495AFDED8B}" srcOrd="0" destOrd="0" parTransId="{F56E29A1-7133-432F-AC3B-8959DB1C0AA9}" sibTransId="{4EB6F2B4-6DC7-4466-82C9-7E86CBED52CF}"/>
    <dgm:cxn modelId="{4BD0CF7B-DE62-47EB-B2F2-D932D0FF1EA9}" srcId="{519744CD-EF55-4C96-965E-9EB6CE0DDA29}" destId="{AB455942-F0E1-4B8E-8145-EC9744879381}" srcOrd="1" destOrd="0" parTransId="{DE73E079-0072-4757-92C1-230AF931C899}" sibTransId="{69A12C2F-6EFB-4165-9170-D85A7D475EAD}"/>
    <dgm:cxn modelId="{AC7E7E7D-90B8-4FE4-B07B-FF53B95806A7}" type="presOf" srcId="{519744CD-EF55-4C96-965E-9EB6CE0DDA29}" destId="{0D932E11-2BEF-4A99-95C9-57900A106ADE}" srcOrd="0" destOrd="0" presId="urn:microsoft.com/office/officeart/2005/8/layout/list1"/>
    <dgm:cxn modelId="{BF700594-04CA-4597-9344-85FAA7307DAE}" type="presOf" srcId="{18E6B5B6-96CE-480B-9CBA-0C334D86A5CB}" destId="{23E8AAB8-53C2-46D0-A21C-AA3F89D36070}" srcOrd="0" destOrd="0" presId="urn:microsoft.com/office/officeart/2005/8/layout/list1"/>
    <dgm:cxn modelId="{34481296-C2B7-45C2-9F57-75810DECFC79}" type="presOf" srcId="{AB455942-F0E1-4B8E-8145-EC9744879381}" destId="{509A5862-930D-4DB3-89F7-492EB1A29927}" srcOrd="1" destOrd="0" presId="urn:microsoft.com/office/officeart/2005/8/layout/list1"/>
    <dgm:cxn modelId="{B532A6B4-8AA8-4238-9A72-563944403537}" type="presOf" srcId="{492DF58B-B46C-48D9-910C-A3495AFDED8B}" destId="{C05AEFEB-5ED4-4900-B177-5BDD1A28FD7A}" srcOrd="0" destOrd="0" presId="urn:microsoft.com/office/officeart/2005/8/layout/list1"/>
    <dgm:cxn modelId="{1F4774C8-CF83-45BF-9C4F-BF24511F4F5D}" srcId="{492DF58B-B46C-48D9-910C-A3495AFDED8B}" destId="{F5C1B642-99A9-4747-8791-770714D991F5}" srcOrd="1" destOrd="0" parTransId="{C39159F0-A27F-4259-809F-D1F78EEADC3A}" sibTransId="{05A85482-8B87-4F17-AD60-CA57561A97D2}"/>
    <dgm:cxn modelId="{5DCE86CC-7312-4676-9C9F-7544FFE905F7}" type="presOf" srcId="{3A258653-FA9C-4794-BF37-5E0F5E14181F}" destId="{23E8AAB8-53C2-46D0-A21C-AA3F89D36070}" srcOrd="0" destOrd="1" presId="urn:microsoft.com/office/officeart/2005/8/layout/list1"/>
    <dgm:cxn modelId="{B9CCFFE6-F23D-4BAD-8E2B-3958731D9B07}" srcId="{492DF58B-B46C-48D9-910C-A3495AFDED8B}" destId="{38877688-B054-4851-8C4D-EAE8D057E908}" srcOrd="2" destOrd="0" parTransId="{8CAF397C-F4EE-4CF1-B045-F71B76DCB318}" sibTransId="{7F3246BC-7969-451B-B3B8-C8545A845602}"/>
    <dgm:cxn modelId="{61B832F6-8B44-4782-94F2-CC576C233401}" srcId="{492DF58B-B46C-48D9-910C-A3495AFDED8B}" destId="{624B7460-05D2-498E-B224-B6F62AFA281E}" srcOrd="0" destOrd="0" parTransId="{7CBE9501-21D8-4DE5-A558-2F604B82D568}" sibTransId="{FE6B2FC2-580C-44F7-AD90-FDB2377FE54C}"/>
    <dgm:cxn modelId="{3F2C9A40-B6AE-4E44-B2B6-99DC1A63C84C}" type="presParOf" srcId="{0D932E11-2BEF-4A99-95C9-57900A106ADE}" destId="{AA60E474-6754-4E42-B32B-0F75E5E6ABCC}" srcOrd="0" destOrd="0" presId="urn:microsoft.com/office/officeart/2005/8/layout/list1"/>
    <dgm:cxn modelId="{428E99CD-7624-4598-8BEE-A79834C507F3}" type="presParOf" srcId="{AA60E474-6754-4E42-B32B-0F75E5E6ABCC}" destId="{C05AEFEB-5ED4-4900-B177-5BDD1A28FD7A}" srcOrd="0" destOrd="0" presId="urn:microsoft.com/office/officeart/2005/8/layout/list1"/>
    <dgm:cxn modelId="{1958EDAC-AEF9-4702-8614-B2C5E2942D33}" type="presParOf" srcId="{AA60E474-6754-4E42-B32B-0F75E5E6ABCC}" destId="{66119539-DE09-4341-A679-A0E8B0447F7F}" srcOrd="1" destOrd="0" presId="urn:microsoft.com/office/officeart/2005/8/layout/list1"/>
    <dgm:cxn modelId="{F2AF6B6E-EC40-44CE-BD3A-B7A7F0D4B091}" type="presParOf" srcId="{0D932E11-2BEF-4A99-95C9-57900A106ADE}" destId="{B030C73D-D488-4819-B1E1-F02B1596E2A4}" srcOrd="1" destOrd="0" presId="urn:microsoft.com/office/officeart/2005/8/layout/list1"/>
    <dgm:cxn modelId="{42618A82-B6B2-47CC-B558-A95303A82001}" type="presParOf" srcId="{0D932E11-2BEF-4A99-95C9-57900A106ADE}" destId="{AC579B94-8F11-4124-8C8B-69565A6EF6BC}" srcOrd="2" destOrd="0" presId="urn:microsoft.com/office/officeart/2005/8/layout/list1"/>
    <dgm:cxn modelId="{30F9007A-14AD-4029-876B-912C086E83C2}" type="presParOf" srcId="{0D932E11-2BEF-4A99-95C9-57900A106ADE}" destId="{585F75D7-62DE-4A97-970B-0C15C1F89D6E}" srcOrd="3" destOrd="0" presId="urn:microsoft.com/office/officeart/2005/8/layout/list1"/>
    <dgm:cxn modelId="{A1EAFC74-06C1-4A45-8826-C80C64A705FF}" type="presParOf" srcId="{0D932E11-2BEF-4A99-95C9-57900A106ADE}" destId="{495E724E-BF11-464F-B355-533A4DE794C6}" srcOrd="4" destOrd="0" presId="urn:microsoft.com/office/officeart/2005/8/layout/list1"/>
    <dgm:cxn modelId="{1175E001-0E0B-44FF-BAA1-DA2D4E79D79A}" type="presParOf" srcId="{495E724E-BF11-464F-B355-533A4DE794C6}" destId="{450E5C2B-A937-4238-90B3-8C138A82C116}" srcOrd="0" destOrd="0" presId="urn:microsoft.com/office/officeart/2005/8/layout/list1"/>
    <dgm:cxn modelId="{6291D184-DB93-4D6A-B93F-E65A97F6DCBF}" type="presParOf" srcId="{495E724E-BF11-464F-B355-533A4DE794C6}" destId="{509A5862-930D-4DB3-89F7-492EB1A29927}" srcOrd="1" destOrd="0" presId="urn:microsoft.com/office/officeart/2005/8/layout/list1"/>
    <dgm:cxn modelId="{40573467-456E-4D6E-9D9F-DA811637AC79}" type="presParOf" srcId="{0D932E11-2BEF-4A99-95C9-57900A106ADE}" destId="{064BDDB9-3A71-4B7F-B7C4-312CA8810DBD}" srcOrd="5" destOrd="0" presId="urn:microsoft.com/office/officeart/2005/8/layout/list1"/>
    <dgm:cxn modelId="{E5BEDF23-CC2A-4372-95B7-2A570BD05298}" type="presParOf" srcId="{0D932E11-2BEF-4A99-95C9-57900A106ADE}" destId="{23E8AAB8-53C2-46D0-A21C-AA3F89D36070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BAA707D7-E932-4719-A3A8-D76CFD87803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E32B1C9-D1EC-4520-8FE0-8DA19957BDD0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Successfully built a </a:t>
          </a:r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Multimodal AI E-commerce Search System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7A3E2B-5AF9-4564-8498-A8CDD5171F55}" type="parTrans" cxnId="{9AF69295-E7EF-4D4B-B6A6-6A24A4429A80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9274308-AC3C-43AF-A4A9-85F961626A5D}" type="sibTrans" cxnId="{9AF69295-E7EF-4D4B-B6A6-6A24A4429A80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1582237-E2D7-4900-A639-D40BFAC0A4BE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Integrated </a:t>
          </a:r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NLP, CV, FAISS, and LLM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 into a unified architecture.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AA1EA0B-88E5-4A72-BC04-618BF62A4C2F}" type="parTrans" cxnId="{48655639-9E73-4778-84F7-8AF9C2921DC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4FF7E00-A084-48ED-AF96-B980F3112373}" type="sibTrans" cxnId="{48655639-9E73-4778-84F7-8AF9C2921DC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2F8C76E-DA97-4D14-A774-35B2B488B273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Achieved </a:t>
          </a:r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high Precision@K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 (up to 1.0) using hybrid retrieval.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EB7304C-E190-4D2F-887A-E3C9E0FF3529}" type="parTrans" cxnId="{12289954-CCFF-4D6A-AEB1-CB3F809034F0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22D6D6-E185-4E3F-BBF8-E0A31A99D360}" type="sibTrans" cxnId="{12289954-CCFF-4D6A-AEB1-CB3F809034F0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3F61CC8-F356-4E12-87B3-A9C1829B986A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Enabled </a:t>
          </a:r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explainable AI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 via RAG-based LLM explanations.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A1FE3E-5FE4-4FDD-B3A5-53CBB3A3344C}" type="parTrans" cxnId="{E8B2C1C7-3AA1-4F3B-AA24-D0E01BFB81B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598280E-6B47-4929-84C2-CA51A5AB90D4}" type="sibTrans" cxnId="{E8B2C1C7-3AA1-4F3B-AA24-D0E01BFB81B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A96403A-5C17-4DF7-B637-B0FE34D64D1B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Provided a </a:t>
          </a:r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production-ready UI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 with modern features (dark mode, voice, multilingual).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B99BF90-AC06-4306-8B99-2336A500D20F}" type="parTrans" cxnId="{1C58D5C8-8500-421C-A563-963EF90B28F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D6BF1B0-7E96-4BC3-8EBE-F3E2AF0ACE47}" type="sibTrans" cxnId="{1C58D5C8-8500-421C-A563-963EF90B28F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F7F93BE-1ED0-4332-86DB-5490F40CF6E1}" type="pres">
      <dgm:prSet presAssocID="{BAA707D7-E932-4719-A3A8-D76CFD878031}" presName="vert0" presStyleCnt="0">
        <dgm:presLayoutVars>
          <dgm:dir/>
          <dgm:animOne val="branch"/>
          <dgm:animLvl val="lvl"/>
        </dgm:presLayoutVars>
      </dgm:prSet>
      <dgm:spPr/>
    </dgm:pt>
    <dgm:pt modelId="{E829252D-3D0A-4359-8ED4-5D02BC1D678E}" type="pres">
      <dgm:prSet presAssocID="{6E32B1C9-D1EC-4520-8FE0-8DA19957BDD0}" presName="thickLine" presStyleLbl="alignNode1" presStyleIdx="0" presStyleCnt="5"/>
      <dgm:spPr/>
    </dgm:pt>
    <dgm:pt modelId="{94C7507D-3966-4EC4-9E1A-C1473F41C760}" type="pres">
      <dgm:prSet presAssocID="{6E32B1C9-D1EC-4520-8FE0-8DA19957BDD0}" presName="horz1" presStyleCnt="0"/>
      <dgm:spPr/>
    </dgm:pt>
    <dgm:pt modelId="{833F5A3E-F383-499F-81C1-1A11C2D4086C}" type="pres">
      <dgm:prSet presAssocID="{6E32B1C9-D1EC-4520-8FE0-8DA19957BDD0}" presName="tx1" presStyleLbl="revTx" presStyleIdx="0" presStyleCnt="5"/>
      <dgm:spPr/>
    </dgm:pt>
    <dgm:pt modelId="{D4E5BD5E-1EDB-4B00-B87E-6C0AA3EA75F5}" type="pres">
      <dgm:prSet presAssocID="{6E32B1C9-D1EC-4520-8FE0-8DA19957BDD0}" presName="vert1" presStyleCnt="0"/>
      <dgm:spPr/>
    </dgm:pt>
    <dgm:pt modelId="{D909B814-71AB-4027-A6A9-A5EEED8ED671}" type="pres">
      <dgm:prSet presAssocID="{E1582237-E2D7-4900-A639-D40BFAC0A4BE}" presName="thickLine" presStyleLbl="alignNode1" presStyleIdx="1" presStyleCnt="5"/>
      <dgm:spPr/>
    </dgm:pt>
    <dgm:pt modelId="{E5263832-0B78-4EB2-BF25-D8BE4AE6433F}" type="pres">
      <dgm:prSet presAssocID="{E1582237-E2D7-4900-A639-D40BFAC0A4BE}" presName="horz1" presStyleCnt="0"/>
      <dgm:spPr/>
    </dgm:pt>
    <dgm:pt modelId="{17BCF54B-FDED-491C-9EFF-0DA47BD24AF7}" type="pres">
      <dgm:prSet presAssocID="{E1582237-E2D7-4900-A639-D40BFAC0A4BE}" presName="tx1" presStyleLbl="revTx" presStyleIdx="1" presStyleCnt="5"/>
      <dgm:spPr/>
    </dgm:pt>
    <dgm:pt modelId="{EB12741D-0130-415D-A617-8961C62E74FA}" type="pres">
      <dgm:prSet presAssocID="{E1582237-E2D7-4900-A639-D40BFAC0A4BE}" presName="vert1" presStyleCnt="0"/>
      <dgm:spPr/>
    </dgm:pt>
    <dgm:pt modelId="{B36F1FF1-9F3E-4878-89E2-A75B85BE95B9}" type="pres">
      <dgm:prSet presAssocID="{12F8C76E-DA97-4D14-A774-35B2B488B273}" presName="thickLine" presStyleLbl="alignNode1" presStyleIdx="2" presStyleCnt="5"/>
      <dgm:spPr/>
    </dgm:pt>
    <dgm:pt modelId="{A6BA41FB-F527-404E-AD36-74B479E5883B}" type="pres">
      <dgm:prSet presAssocID="{12F8C76E-DA97-4D14-A774-35B2B488B273}" presName="horz1" presStyleCnt="0"/>
      <dgm:spPr/>
    </dgm:pt>
    <dgm:pt modelId="{BE29B9C6-A784-4A53-993B-063EDF0715A4}" type="pres">
      <dgm:prSet presAssocID="{12F8C76E-DA97-4D14-A774-35B2B488B273}" presName="tx1" presStyleLbl="revTx" presStyleIdx="2" presStyleCnt="5"/>
      <dgm:spPr/>
    </dgm:pt>
    <dgm:pt modelId="{9A7A0AD4-363A-4BC8-AF6D-5AEF036EC2D6}" type="pres">
      <dgm:prSet presAssocID="{12F8C76E-DA97-4D14-A774-35B2B488B273}" presName="vert1" presStyleCnt="0"/>
      <dgm:spPr/>
    </dgm:pt>
    <dgm:pt modelId="{3A5D1D44-07D7-47D8-9A14-B6A48DF440D4}" type="pres">
      <dgm:prSet presAssocID="{23F61CC8-F356-4E12-87B3-A9C1829B986A}" presName="thickLine" presStyleLbl="alignNode1" presStyleIdx="3" presStyleCnt="5"/>
      <dgm:spPr/>
    </dgm:pt>
    <dgm:pt modelId="{F86FF7D2-5FBC-4379-B621-47A2CC82ABFC}" type="pres">
      <dgm:prSet presAssocID="{23F61CC8-F356-4E12-87B3-A9C1829B986A}" presName="horz1" presStyleCnt="0"/>
      <dgm:spPr/>
    </dgm:pt>
    <dgm:pt modelId="{37D77201-A5B5-48D1-BD6D-B8635C3D3140}" type="pres">
      <dgm:prSet presAssocID="{23F61CC8-F356-4E12-87B3-A9C1829B986A}" presName="tx1" presStyleLbl="revTx" presStyleIdx="3" presStyleCnt="5"/>
      <dgm:spPr/>
    </dgm:pt>
    <dgm:pt modelId="{7079897A-C11C-4284-961B-99247BD2CC7B}" type="pres">
      <dgm:prSet presAssocID="{23F61CC8-F356-4E12-87B3-A9C1829B986A}" presName="vert1" presStyleCnt="0"/>
      <dgm:spPr/>
    </dgm:pt>
    <dgm:pt modelId="{8E2CD9E4-1EAC-41E1-887A-99F7E32E5FB3}" type="pres">
      <dgm:prSet presAssocID="{EA96403A-5C17-4DF7-B637-B0FE34D64D1B}" presName="thickLine" presStyleLbl="alignNode1" presStyleIdx="4" presStyleCnt="5"/>
      <dgm:spPr/>
    </dgm:pt>
    <dgm:pt modelId="{9DDFE91F-5EE1-4D1B-985D-F34A9879F58F}" type="pres">
      <dgm:prSet presAssocID="{EA96403A-5C17-4DF7-B637-B0FE34D64D1B}" presName="horz1" presStyleCnt="0"/>
      <dgm:spPr/>
    </dgm:pt>
    <dgm:pt modelId="{F0A19F83-EF74-423B-857A-52D297526CFD}" type="pres">
      <dgm:prSet presAssocID="{EA96403A-5C17-4DF7-B637-B0FE34D64D1B}" presName="tx1" presStyleLbl="revTx" presStyleIdx="4" presStyleCnt="5"/>
      <dgm:spPr/>
    </dgm:pt>
    <dgm:pt modelId="{72BFBF54-C1CF-482A-B3E9-CBF2B675B7D2}" type="pres">
      <dgm:prSet presAssocID="{EA96403A-5C17-4DF7-B637-B0FE34D64D1B}" presName="vert1" presStyleCnt="0"/>
      <dgm:spPr/>
    </dgm:pt>
  </dgm:ptLst>
  <dgm:cxnLst>
    <dgm:cxn modelId="{98AF5334-4A56-4BB7-9DD9-FA6C3E1196B9}" type="presOf" srcId="{EA96403A-5C17-4DF7-B637-B0FE34D64D1B}" destId="{F0A19F83-EF74-423B-857A-52D297526CFD}" srcOrd="0" destOrd="0" presId="urn:microsoft.com/office/officeart/2008/layout/LinedList"/>
    <dgm:cxn modelId="{48655639-9E73-4778-84F7-8AF9C2921DCD}" srcId="{BAA707D7-E932-4719-A3A8-D76CFD878031}" destId="{E1582237-E2D7-4900-A639-D40BFAC0A4BE}" srcOrd="1" destOrd="0" parTransId="{8AA1EA0B-88E5-4A72-BC04-618BF62A4C2F}" sibTransId="{F4FF7E00-A084-48ED-AF96-B980F3112373}"/>
    <dgm:cxn modelId="{12289954-CCFF-4D6A-AEB1-CB3F809034F0}" srcId="{BAA707D7-E932-4719-A3A8-D76CFD878031}" destId="{12F8C76E-DA97-4D14-A774-35B2B488B273}" srcOrd="2" destOrd="0" parTransId="{5EB7304C-E190-4D2F-887A-E3C9E0FF3529}" sibTransId="{0F22D6D6-E185-4E3F-BBF8-E0A31A99D360}"/>
    <dgm:cxn modelId="{3F4E8785-C70F-464B-B5D3-ACC995E5AB40}" type="presOf" srcId="{6E32B1C9-D1EC-4520-8FE0-8DA19957BDD0}" destId="{833F5A3E-F383-499F-81C1-1A11C2D4086C}" srcOrd="0" destOrd="0" presId="urn:microsoft.com/office/officeart/2008/layout/LinedList"/>
    <dgm:cxn modelId="{9AF69295-E7EF-4D4B-B6A6-6A24A4429A80}" srcId="{BAA707D7-E932-4719-A3A8-D76CFD878031}" destId="{6E32B1C9-D1EC-4520-8FE0-8DA19957BDD0}" srcOrd="0" destOrd="0" parTransId="{287A3E2B-5AF9-4564-8498-A8CDD5171F55}" sibTransId="{09274308-AC3C-43AF-A4A9-85F961626A5D}"/>
    <dgm:cxn modelId="{2537D7A2-8553-43DB-B9DB-14532F26A236}" type="presOf" srcId="{BAA707D7-E932-4719-A3A8-D76CFD878031}" destId="{5F7F93BE-1ED0-4332-86DB-5490F40CF6E1}" srcOrd="0" destOrd="0" presId="urn:microsoft.com/office/officeart/2008/layout/LinedList"/>
    <dgm:cxn modelId="{4017F7C0-8058-4D1E-A113-1A2B8AD4E965}" type="presOf" srcId="{23F61CC8-F356-4E12-87B3-A9C1829B986A}" destId="{37D77201-A5B5-48D1-BD6D-B8635C3D3140}" srcOrd="0" destOrd="0" presId="urn:microsoft.com/office/officeart/2008/layout/LinedList"/>
    <dgm:cxn modelId="{E8B2C1C7-3AA1-4F3B-AA24-D0E01BFB81B6}" srcId="{BAA707D7-E932-4719-A3A8-D76CFD878031}" destId="{23F61CC8-F356-4E12-87B3-A9C1829B986A}" srcOrd="3" destOrd="0" parTransId="{00A1FE3E-5FE4-4FDD-B3A5-53CBB3A3344C}" sibTransId="{F598280E-6B47-4929-84C2-CA51A5AB90D4}"/>
    <dgm:cxn modelId="{1C58D5C8-8500-421C-A563-963EF90B28F8}" srcId="{BAA707D7-E932-4719-A3A8-D76CFD878031}" destId="{EA96403A-5C17-4DF7-B637-B0FE34D64D1B}" srcOrd="4" destOrd="0" parTransId="{8B99BF90-AC06-4306-8B99-2336A500D20F}" sibTransId="{7D6BF1B0-7E96-4BC3-8EBE-F3E2AF0ACE47}"/>
    <dgm:cxn modelId="{5700F3D0-E64B-42BC-BD02-A36F85F320D2}" type="presOf" srcId="{12F8C76E-DA97-4D14-A774-35B2B488B273}" destId="{BE29B9C6-A784-4A53-993B-063EDF0715A4}" srcOrd="0" destOrd="0" presId="urn:microsoft.com/office/officeart/2008/layout/LinedList"/>
    <dgm:cxn modelId="{BBDE8DE8-86D4-491A-A297-10263FD3D78A}" type="presOf" srcId="{E1582237-E2D7-4900-A639-D40BFAC0A4BE}" destId="{17BCF54B-FDED-491C-9EFF-0DA47BD24AF7}" srcOrd="0" destOrd="0" presId="urn:microsoft.com/office/officeart/2008/layout/LinedList"/>
    <dgm:cxn modelId="{FC281D5A-1CE5-463F-ACCF-128E6CD66C68}" type="presParOf" srcId="{5F7F93BE-1ED0-4332-86DB-5490F40CF6E1}" destId="{E829252D-3D0A-4359-8ED4-5D02BC1D678E}" srcOrd="0" destOrd="0" presId="urn:microsoft.com/office/officeart/2008/layout/LinedList"/>
    <dgm:cxn modelId="{FD0A4F38-8E54-4EA5-A904-E33179A9901A}" type="presParOf" srcId="{5F7F93BE-1ED0-4332-86DB-5490F40CF6E1}" destId="{94C7507D-3966-4EC4-9E1A-C1473F41C760}" srcOrd="1" destOrd="0" presId="urn:microsoft.com/office/officeart/2008/layout/LinedList"/>
    <dgm:cxn modelId="{94445ECB-CAAD-4F9A-B059-E45B805E717E}" type="presParOf" srcId="{94C7507D-3966-4EC4-9E1A-C1473F41C760}" destId="{833F5A3E-F383-499F-81C1-1A11C2D4086C}" srcOrd="0" destOrd="0" presId="urn:microsoft.com/office/officeart/2008/layout/LinedList"/>
    <dgm:cxn modelId="{9D6D332D-7604-4B96-ADC7-29A29CFFF765}" type="presParOf" srcId="{94C7507D-3966-4EC4-9E1A-C1473F41C760}" destId="{D4E5BD5E-1EDB-4B00-B87E-6C0AA3EA75F5}" srcOrd="1" destOrd="0" presId="urn:microsoft.com/office/officeart/2008/layout/LinedList"/>
    <dgm:cxn modelId="{EFE81CA3-B078-4E0B-B86C-59BAC3900D0A}" type="presParOf" srcId="{5F7F93BE-1ED0-4332-86DB-5490F40CF6E1}" destId="{D909B814-71AB-4027-A6A9-A5EEED8ED671}" srcOrd="2" destOrd="0" presId="urn:microsoft.com/office/officeart/2008/layout/LinedList"/>
    <dgm:cxn modelId="{63E528A3-C005-418A-9AD4-C9F63004954F}" type="presParOf" srcId="{5F7F93BE-1ED0-4332-86DB-5490F40CF6E1}" destId="{E5263832-0B78-4EB2-BF25-D8BE4AE6433F}" srcOrd="3" destOrd="0" presId="urn:microsoft.com/office/officeart/2008/layout/LinedList"/>
    <dgm:cxn modelId="{9A43803E-6BDE-4BD9-921E-A6C746798C37}" type="presParOf" srcId="{E5263832-0B78-4EB2-BF25-D8BE4AE6433F}" destId="{17BCF54B-FDED-491C-9EFF-0DA47BD24AF7}" srcOrd="0" destOrd="0" presId="urn:microsoft.com/office/officeart/2008/layout/LinedList"/>
    <dgm:cxn modelId="{283A0C7D-9D9F-4BEB-A939-D9D3121B8B65}" type="presParOf" srcId="{E5263832-0B78-4EB2-BF25-D8BE4AE6433F}" destId="{EB12741D-0130-415D-A617-8961C62E74FA}" srcOrd="1" destOrd="0" presId="urn:microsoft.com/office/officeart/2008/layout/LinedList"/>
    <dgm:cxn modelId="{E6C09035-0578-4172-9092-E6A0C10DA8A2}" type="presParOf" srcId="{5F7F93BE-1ED0-4332-86DB-5490F40CF6E1}" destId="{B36F1FF1-9F3E-4878-89E2-A75B85BE95B9}" srcOrd="4" destOrd="0" presId="urn:microsoft.com/office/officeart/2008/layout/LinedList"/>
    <dgm:cxn modelId="{9F5E2EDC-DB52-473F-9907-D3219521006F}" type="presParOf" srcId="{5F7F93BE-1ED0-4332-86DB-5490F40CF6E1}" destId="{A6BA41FB-F527-404E-AD36-74B479E5883B}" srcOrd="5" destOrd="0" presId="urn:microsoft.com/office/officeart/2008/layout/LinedList"/>
    <dgm:cxn modelId="{DED237CE-2B96-470F-9E7B-A73A2D4C01CA}" type="presParOf" srcId="{A6BA41FB-F527-404E-AD36-74B479E5883B}" destId="{BE29B9C6-A784-4A53-993B-063EDF0715A4}" srcOrd="0" destOrd="0" presId="urn:microsoft.com/office/officeart/2008/layout/LinedList"/>
    <dgm:cxn modelId="{0F5334AA-A26F-4494-B684-5681A5949D76}" type="presParOf" srcId="{A6BA41FB-F527-404E-AD36-74B479E5883B}" destId="{9A7A0AD4-363A-4BC8-AF6D-5AEF036EC2D6}" srcOrd="1" destOrd="0" presId="urn:microsoft.com/office/officeart/2008/layout/LinedList"/>
    <dgm:cxn modelId="{9AC0303C-7930-4D4D-9456-718028F4725B}" type="presParOf" srcId="{5F7F93BE-1ED0-4332-86DB-5490F40CF6E1}" destId="{3A5D1D44-07D7-47D8-9A14-B6A48DF440D4}" srcOrd="6" destOrd="0" presId="urn:microsoft.com/office/officeart/2008/layout/LinedList"/>
    <dgm:cxn modelId="{0D465A52-0DCD-4640-B7B6-0D8A24FBB9E6}" type="presParOf" srcId="{5F7F93BE-1ED0-4332-86DB-5490F40CF6E1}" destId="{F86FF7D2-5FBC-4379-B621-47A2CC82ABFC}" srcOrd="7" destOrd="0" presId="urn:microsoft.com/office/officeart/2008/layout/LinedList"/>
    <dgm:cxn modelId="{6917C643-D377-42A2-AF04-873FADF5770C}" type="presParOf" srcId="{F86FF7D2-5FBC-4379-B621-47A2CC82ABFC}" destId="{37D77201-A5B5-48D1-BD6D-B8635C3D3140}" srcOrd="0" destOrd="0" presId="urn:microsoft.com/office/officeart/2008/layout/LinedList"/>
    <dgm:cxn modelId="{3FEA8BFE-E501-43A7-A57A-D83D90607B15}" type="presParOf" srcId="{F86FF7D2-5FBC-4379-B621-47A2CC82ABFC}" destId="{7079897A-C11C-4284-961B-99247BD2CC7B}" srcOrd="1" destOrd="0" presId="urn:microsoft.com/office/officeart/2008/layout/LinedList"/>
    <dgm:cxn modelId="{F7186FBB-7F9C-469D-95CC-6BE9ED90044F}" type="presParOf" srcId="{5F7F93BE-1ED0-4332-86DB-5490F40CF6E1}" destId="{8E2CD9E4-1EAC-41E1-887A-99F7E32E5FB3}" srcOrd="8" destOrd="0" presId="urn:microsoft.com/office/officeart/2008/layout/LinedList"/>
    <dgm:cxn modelId="{4AEAB9F4-9FBB-431E-841C-E418B7907707}" type="presParOf" srcId="{5F7F93BE-1ED0-4332-86DB-5490F40CF6E1}" destId="{9DDFE91F-5EE1-4D1B-985D-F34A9879F58F}" srcOrd="9" destOrd="0" presId="urn:microsoft.com/office/officeart/2008/layout/LinedList"/>
    <dgm:cxn modelId="{8BAE201D-AD3D-4119-BDDA-C86B52E25643}" type="presParOf" srcId="{9DDFE91F-5EE1-4D1B-985D-F34A9879F58F}" destId="{F0A19F83-EF74-423B-857A-52D297526CFD}" srcOrd="0" destOrd="0" presId="urn:microsoft.com/office/officeart/2008/layout/LinedList"/>
    <dgm:cxn modelId="{2777B5DD-3149-4A87-AC92-F7255D93C779}" type="presParOf" srcId="{9DDFE91F-5EE1-4D1B-985D-F34A9879F58F}" destId="{72BFBF54-C1CF-482A-B3E9-CBF2B675B7D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3854A7AC-6B1A-4AE1-B545-16B98FC910C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55EC3D-9DAB-48E7-B03E-99D51A45411F}">
      <dgm:prSet/>
      <dgm:spPr>
        <a:solidFill>
          <a:srgbClr val="FF0000"/>
        </a:solidFill>
      </dgm:spPr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Dataset Dependency: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 Performance tied to data quality.</a:t>
          </a:r>
        </a:p>
      </dgm:t>
    </dgm:pt>
    <dgm:pt modelId="{27020604-2BC7-4DB2-B8D9-CA61D47CA55D}" type="parTrans" cxnId="{5BFB0CF2-1B78-4C19-9255-08A48911E04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32B3363-F0B2-471A-93B8-C29F2CF5B910}" type="sibTrans" cxnId="{5BFB0CF2-1B78-4C19-9255-08A48911E04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C85E4D1-07F6-4A03-A41C-A1F2A5D3188C}">
      <dgm:prSet/>
      <dgm:spPr>
        <a:solidFill>
          <a:srgbClr val="FF0000"/>
        </a:solidFill>
      </dgm:spPr>
      <dgm:t>
        <a:bodyPr/>
        <a:lstStyle/>
        <a:p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LLM Capacity:</a:t>
          </a: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 Phi-3 is lightweight; less detailed than larger models.</a:t>
          </a:r>
        </a:p>
      </dgm:t>
    </dgm:pt>
    <dgm:pt modelId="{8E44CC8D-FA49-461F-BBCC-C0367D16B99D}" type="parTrans" cxnId="{E59EAC72-7DE7-4D1E-B953-B8FF04855C8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FCE2A23-6D75-42B0-9997-36AD3D2D1F0A}" type="sibTrans" cxnId="{E59EAC72-7DE7-4D1E-B953-B8FF04855C8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587F8B6-87A0-4D6F-AC73-95905B3836D2}">
      <dgm:prSet/>
      <dgm:spPr>
        <a:solidFill>
          <a:srgbClr val="FF0000"/>
        </a:solidFill>
      </dgm:spPr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No Personalization: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 Does not use user history or preferences.</a:t>
          </a:r>
        </a:p>
      </dgm:t>
    </dgm:pt>
    <dgm:pt modelId="{87769C84-2654-4F6A-893C-7A960AD83B40}" type="parTrans" cxnId="{4E39FC69-C624-486D-B249-29B145C137E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672C62C-0DFE-4A28-90C3-E5A61B7AC69B}" type="sibTrans" cxnId="{4E39FC69-C624-486D-B249-29B145C137E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515F336-BC8D-41F0-94AF-B5A60425C490}">
      <dgm:prSet/>
      <dgm:spPr>
        <a:solidFill>
          <a:srgbClr val="FF0000"/>
        </a:solidFill>
      </dgm:spPr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Scalability: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 FAISS is efficient but distributed databases (Milvus) would be better for billion-scale.</a:t>
          </a:r>
        </a:p>
      </dgm:t>
    </dgm:pt>
    <dgm:pt modelId="{56747442-1C8D-47FD-B5E3-9494FC56694B}" type="parTrans" cxnId="{2725851F-F743-4708-A8AE-2B43AB90D57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769B8FC-5AE2-40FD-AB7E-E66E75F3DF2D}" type="sibTrans" cxnId="{2725851F-F743-4708-A8AE-2B43AB90D57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8AA520D-022F-4266-B779-CB38490F853E}" type="pres">
      <dgm:prSet presAssocID="{3854A7AC-6B1A-4AE1-B545-16B98FC910CA}" presName="linear" presStyleCnt="0">
        <dgm:presLayoutVars>
          <dgm:animLvl val="lvl"/>
          <dgm:resizeHandles val="exact"/>
        </dgm:presLayoutVars>
      </dgm:prSet>
      <dgm:spPr/>
    </dgm:pt>
    <dgm:pt modelId="{F5883130-3DFC-44BB-8DAC-1D3E54E94D21}" type="pres">
      <dgm:prSet presAssocID="{7655EC3D-9DAB-48E7-B03E-99D51A45411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CA6AB76-5F55-4123-AAF0-2BEAD4958EB1}" type="pres">
      <dgm:prSet presAssocID="{232B3363-F0B2-471A-93B8-C29F2CF5B910}" presName="spacer" presStyleCnt="0"/>
      <dgm:spPr/>
    </dgm:pt>
    <dgm:pt modelId="{C5D67B0D-E24E-4E45-8AB8-471C0E5481E7}" type="pres">
      <dgm:prSet presAssocID="{2C85E4D1-07F6-4A03-A41C-A1F2A5D3188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0C73CAF-5289-4144-8D3C-7154B5860383}" type="pres">
      <dgm:prSet presAssocID="{BFCE2A23-6D75-42B0-9997-36AD3D2D1F0A}" presName="spacer" presStyleCnt="0"/>
      <dgm:spPr/>
    </dgm:pt>
    <dgm:pt modelId="{20794DA2-F68C-4EB3-82BA-EBDA9342C2AB}" type="pres">
      <dgm:prSet presAssocID="{1587F8B6-87A0-4D6F-AC73-95905B3836D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C3F8541-27B7-4564-AAC6-70D472CCE145}" type="pres">
      <dgm:prSet presAssocID="{5672C62C-0DFE-4A28-90C3-E5A61B7AC69B}" presName="spacer" presStyleCnt="0"/>
      <dgm:spPr/>
    </dgm:pt>
    <dgm:pt modelId="{38C7175C-7386-42E2-9008-137A16E12774}" type="pres">
      <dgm:prSet presAssocID="{2515F336-BC8D-41F0-94AF-B5A60425C49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2924311-BF58-4AFD-8DC0-CED9E515185F}" type="presOf" srcId="{7655EC3D-9DAB-48E7-B03E-99D51A45411F}" destId="{F5883130-3DFC-44BB-8DAC-1D3E54E94D21}" srcOrd="0" destOrd="0" presId="urn:microsoft.com/office/officeart/2005/8/layout/vList2"/>
    <dgm:cxn modelId="{2725851F-F743-4708-A8AE-2B43AB90D57A}" srcId="{3854A7AC-6B1A-4AE1-B545-16B98FC910CA}" destId="{2515F336-BC8D-41F0-94AF-B5A60425C490}" srcOrd="3" destOrd="0" parTransId="{56747442-1C8D-47FD-B5E3-9494FC56694B}" sibTransId="{A769B8FC-5AE2-40FD-AB7E-E66E75F3DF2D}"/>
    <dgm:cxn modelId="{BB66FF48-4C9A-4C4A-8785-329810BAC013}" type="presOf" srcId="{2515F336-BC8D-41F0-94AF-B5A60425C490}" destId="{38C7175C-7386-42E2-9008-137A16E12774}" srcOrd="0" destOrd="0" presId="urn:microsoft.com/office/officeart/2005/8/layout/vList2"/>
    <dgm:cxn modelId="{4E39FC69-C624-486D-B249-29B145C137E4}" srcId="{3854A7AC-6B1A-4AE1-B545-16B98FC910CA}" destId="{1587F8B6-87A0-4D6F-AC73-95905B3836D2}" srcOrd="2" destOrd="0" parTransId="{87769C84-2654-4F6A-893C-7A960AD83B40}" sibTransId="{5672C62C-0DFE-4A28-90C3-E5A61B7AC69B}"/>
    <dgm:cxn modelId="{9660E270-3D98-4868-B901-B6EBE7F22E51}" type="presOf" srcId="{2C85E4D1-07F6-4A03-A41C-A1F2A5D3188C}" destId="{C5D67B0D-E24E-4E45-8AB8-471C0E5481E7}" srcOrd="0" destOrd="0" presId="urn:microsoft.com/office/officeart/2005/8/layout/vList2"/>
    <dgm:cxn modelId="{E59EAC72-7DE7-4D1E-B953-B8FF04855C86}" srcId="{3854A7AC-6B1A-4AE1-B545-16B98FC910CA}" destId="{2C85E4D1-07F6-4A03-A41C-A1F2A5D3188C}" srcOrd="1" destOrd="0" parTransId="{8E44CC8D-FA49-461F-BBCC-C0367D16B99D}" sibTransId="{BFCE2A23-6D75-42B0-9997-36AD3D2D1F0A}"/>
    <dgm:cxn modelId="{528A8DA8-8614-474D-85C9-5B9BB0BB8D11}" type="presOf" srcId="{3854A7AC-6B1A-4AE1-B545-16B98FC910CA}" destId="{98AA520D-022F-4266-B779-CB38490F853E}" srcOrd="0" destOrd="0" presId="urn:microsoft.com/office/officeart/2005/8/layout/vList2"/>
    <dgm:cxn modelId="{5BFB0CF2-1B78-4C19-9255-08A48911E043}" srcId="{3854A7AC-6B1A-4AE1-B545-16B98FC910CA}" destId="{7655EC3D-9DAB-48E7-B03E-99D51A45411F}" srcOrd="0" destOrd="0" parTransId="{27020604-2BC7-4DB2-B8D9-CA61D47CA55D}" sibTransId="{232B3363-F0B2-471A-93B8-C29F2CF5B910}"/>
    <dgm:cxn modelId="{ABA8CCFD-E470-49AF-BCD9-4B7256A89193}" type="presOf" srcId="{1587F8B6-87A0-4D6F-AC73-95905B3836D2}" destId="{20794DA2-F68C-4EB3-82BA-EBDA9342C2AB}" srcOrd="0" destOrd="0" presId="urn:microsoft.com/office/officeart/2005/8/layout/vList2"/>
    <dgm:cxn modelId="{1CE8D093-F733-429E-B8D5-EF0A24065A4D}" type="presParOf" srcId="{98AA520D-022F-4266-B779-CB38490F853E}" destId="{F5883130-3DFC-44BB-8DAC-1D3E54E94D21}" srcOrd="0" destOrd="0" presId="urn:microsoft.com/office/officeart/2005/8/layout/vList2"/>
    <dgm:cxn modelId="{D1489596-AEA8-4960-8E02-3C5C4A84DDC9}" type="presParOf" srcId="{98AA520D-022F-4266-B779-CB38490F853E}" destId="{FCA6AB76-5F55-4123-AAF0-2BEAD4958EB1}" srcOrd="1" destOrd="0" presId="urn:microsoft.com/office/officeart/2005/8/layout/vList2"/>
    <dgm:cxn modelId="{478CC285-DCF6-4B8A-8B06-FB031C7486C7}" type="presParOf" srcId="{98AA520D-022F-4266-B779-CB38490F853E}" destId="{C5D67B0D-E24E-4E45-8AB8-471C0E5481E7}" srcOrd="2" destOrd="0" presId="urn:microsoft.com/office/officeart/2005/8/layout/vList2"/>
    <dgm:cxn modelId="{AFDD02C4-A8B5-4E0A-90B1-D115B2029D9E}" type="presParOf" srcId="{98AA520D-022F-4266-B779-CB38490F853E}" destId="{10C73CAF-5289-4144-8D3C-7154B5860383}" srcOrd="3" destOrd="0" presId="urn:microsoft.com/office/officeart/2005/8/layout/vList2"/>
    <dgm:cxn modelId="{F94F3705-7927-4FE2-8B5A-143227F778EA}" type="presParOf" srcId="{98AA520D-022F-4266-B779-CB38490F853E}" destId="{20794DA2-F68C-4EB3-82BA-EBDA9342C2AB}" srcOrd="4" destOrd="0" presId="urn:microsoft.com/office/officeart/2005/8/layout/vList2"/>
    <dgm:cxn modelId="{1A76F462-B064-4FF9-9425-2C5B124338DD}" type="presParOf" srcId="{98AA520D-022F-4266-B779-CB38490F853E}" destId="{BC3F8541-27B7-4564-AAC6-70D472CCE145}" srcOrd="5" destOrd="0" presId="urn:microsoft.com/office/officeart/2005/8/layout/vList2"/>
    <dgm:cxn modelId="{C2A23BBB-ECA9-48F0-87BE-54D9D53C98F7}" type="presParOf" srcId="{98AA520D-022F-4266-B779-CB38490F853E}" destId="{38C7175C-7386-42E2-9008-137A16E1277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58ECEC31-F73C-4A50-93C6-9859353E9FB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BFBB0B9-51AD-4C4A-BCE6-9FCE3B213736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Advanced LLMs:</a:t>
          </a: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 Integrate </a:t>
          </a:r>
          <a:r>
            <a:rPr lang="en-IN" dirty="0" err="1">
              <a:latin typeface="Times New Roman" panose="02020603050405020304" pitchFamily="18" charset="0"/>
              <a:cs typeface="Times New Roman" panose="02020603050405020304" pitchFamily="18" charset="0"/>
            </a:rPr>
            <a:t>LLaMA</a:t>
          </a: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 3 / GPT-4o for deeper reasoning.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C7EF1DE-FCA9-4F98-A485-D798349E9233}" type="parTrans" cxnId="{B08ACE7A-82FF-44E0-8F46-5987052E316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BAE4507-B84F-4739-90CE-6843830A4E6F}" type="sibTrans" cxnId="{B08ACE7A-82FF-44E0-8F46-5987052E316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F73BAFA-BCBF-4E66-A532-8141A646703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Real-time Recommendations: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 Add collaborative filtering for personalization.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2FD4971-985B-4F5B-84E3-04A454B48D93}" type="parTrans" cxnId="{BA62D7F1-727E-419F-BB8D-AE61B58464C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B1D5D0B-8E72-4AD7-92BA-06DDF2F031C4}" type="sibTrans" cxnId="{BA62D7F1-727E-419F-BB8D-AE61B58464C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D1FEA3-61D2-4DD8-8D17-4A066BAFB2E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Vector Databases: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 Migrate to Pinecone/Milvus for cloud scaling.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BDA9137-5FE6-4F2A-A1D2-1A43420CCD5A}" type="parTrans" cxnId="{69B18705-D6D4-4291-9599-E17D4FFAE13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36F276-62AA-4780-ABCF-FC1104BE966D}" type="sibTrans" cxnId="{69B18705-D6D4-4291-9599-E17D4FFAE13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065BBB6-6BC4-4629-93B8-88834777FFF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Multimodal Models: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 Use Gemini-style models for joint text-image understanding.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06A3867-AEC1-49E4-BA8B-A80E7D730C8E}" type="parTrans" cxnId="{692A69B3-C4C5-4B4A-B2E5-667E2A51B92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311B3AB-2603-45E1-9779-DC3A1EE02308}" type="sibTrans" cxnId="{692A69B3-C4C5-4B4A-B2E5-667E2A51B92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26DCFB0-B028-4DCF-B8AC-F5681C35EB01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Mobile App: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 Deploy as React Native app with camera search.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DEA40A7-5DC4-4EC3-A38A-DC76BA4B5B9B}" type="parTrans" cxnId="{71420345-1F04-43AA-AFFF-933358D6CD9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B4ED18-FD2D-4A2F-9AC9-D388B0E72927}" type="sibTrans" cxnId="{71420345-1F04-43AA-AFFF-933358D6CD9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562B56D-69FA-4941-BBC3-6FF5C092A4B7}" type="pres">
      <dgm:prSet presAssocID="{58ECEC31-F73C-4A50-93C6-9859353E9FB4}" presName="root" presStyleCnt="0">
        <dgm:presLayoutVars>
          <dgm:dir/>
          <dgm:resizeHandles val="exact"/>
        </dgm:presLayoutVars>
      </dgm:prSet>
      <dgm:spPr/>
    </dgm:pt>
    <dgm:pt modelId="{10518759-636D-4E73-BD85-385132F4C63B}" type="pres">
      <dgm:prSet presAssocID="{5BFBB0B9-51AD-4C4A-BCE6-9FCE3B213736}" presName="compNode" presStyleCnt="0"/>
      <dgm:spPr/>
    </dgm:pt>
    <dgm:pt modelId="{4E1DC987-5E53-4E4A-B8F1-D6A8B603C41B}" type="pres">
      <dgm:prSet presAssocID="{5BFBB0B9-51AD-4C4A-BCE6-9FCE3B213736}" presName="bgRect" presStyleLbl="bgShp" presStyleIdx="0" presStyleCnt="5"/>
      <dgm:spPr/>
    </dgm:pt>
    <dgm:pt modelId="{48E31EF0-5922-4AB4-AF54-96DDB4B7D268}" type="pres">
      <dgm:prSet presAssocID="{5BFBB0B9-51AD-4C4A-BCE6-9FCE3B213736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xclamation Mark"/>
        </a:ext>
      </dgm:extLst>
    </dgm:pt>
    <dgm:pt modelId="{4DC15FA5-D14B-4C00-8B5D-1670ADD7A3A4}" type="pres">
      <dgm:prSet presAssocID="{5BFBB0B9-51AD-4C4A-BCE6-9FCE3B213736}" presName="spaceRect" presStyleCnt="0"/>
      <dgm:spPr/>
    </dgm:pt>
    <dgm:pt modelId="{85E78FC2-A869-4DAE-A7CF-A9A46C22C2A7}" type="pres">
      <dgm:prSet presAssocID="{5BFBB0B9-51AD-4C4A-BCE6-9FCE3B213736}" presName="parTx" presStyleLbl="revTx" presStyleIdx="0" presStyleCnt="5">
        <dgm:presLayoutVars>
          <dgm:chMax val="0"/>
          <dgm:chPref val="0"/>
        </dgm:presLayoutVars>
      </dgm:prSet>
      <dgm:spPr/>
    </dgm:pt>
    <dgm:pt modelId="{00F51064-2A93-4C93-A43E-191AB5C23919}" type="pres">
      <dgm:prSet presAssocID="{5BAE4507-B84F-4739-90CE-6843830A4E6F}" presName="sibTrans" presStyleCnt="0"/>
      <dgm:spPr/>
    </dgm:pt>
    <dgm:pt modelId="{8BC462E2-8B6C-4E12-B8C4-32BAE92921FD}" type="pres">
      <dgm:prSet presAssocID="{8F73BAFA-BCBF-4E66-A532-8141A646703A}" presName="compNode" presStyleCnt="0"/>
      <dgm:spPr/>
    </dgm:pt>
    <dgm:pt modelId="{D545BF23-D361-4C71-A8C5-2DA9C375DEBB}" type="pres">
      <dgm:prSet presAssocID="{8F73BAFA-BCBF-4E66-A532-8141A646703A}" presName="bgRect" presStyleLbl="bgShp" presStyleIdx="1" presStyleCnt="5"/>
      <dgm:spPr/>
    </dgm:pt>
    <dgm:pt modelId="{FCD8CEEF-91F7-460A-A92F-0DB3804E73E6}" type="pres">
      <dgm:prSet presAssocID="{8F73BAFA-BCBF-4E66-A532-8141A646703A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8EEB102C-A3C9-4FE2-9E4D-59D1A163CDB1}" type="pres">
      <dgm:prSet presAssocID="{8F73BAFA-BCBF-4E66-A532-8141A646703A}" presName="spaceRect" presStyleCnt="0"/>
      <dgm:spPr/>
    </dgm:pt>
    <dgm:pt modelId="{6C43D561-92B6-4D1F-9A4E-86E04444A65A}" type="pres">
      <dgm:prSet presAssocID="{8F73BAFA-BCBF-4E66-A532-8141A646703A}" presName="parTx" presStyleLbl="revTx" presStyleIdx="1" presStyleCnt="5">
        <dgm:presLayoutVars>
          <dgm:chMax val="0"/>
          <dgm:chPref val="0"/>
        </dgm:presLayoutVars>
      </dgm:prSet>
      <dgm:spPr/>
    </dgm:pt>
    <dgm:pt modelId="{840EBD68-E1B2-474E-956E-81AAFA6E2ED3}" type="pres">
      <dgm:prSet presAssocID="{FB1D5D0B-8E72-4AD7-92BA-06DDF2F031C4}" presName="sibTrans" presStyleCnt="0"/>
      <dgm:spPr/>
    </dgm:pt>
    <dgm:pt modelId="{3324956D-F603-4672-A874-0B9067F27411}" type="pres">
      <dgm:prSet presAssocID="{BBD1FEA3-61D2-4DD8-8D17-4A066BAFB2E0}" presName="compNode" presStyleCnt="0"/>
      <dgm:spPr/>
    </dgm:pt>
    <dgm:pt modelId="{BB3BDAEB-013D-4C3B-B109-2EB80C0F177E}" type="pres">
      <dgm:prSet presAssocID="{BBD1FEA3-61D2-4DD8-8D17-4A066BAFB2E0}" presName="bgRect" presStyleLbl="bgShp" presStyleIdx="2" presStyleCnt="5"/>
      <dgm:spPr/>
    </dgm:pt>
    <dgm:pt modelId="{B4656E93-BF3F-4389-B5C2-7E67BFEC4EEA}" type="pres">
      <dgm:prSet presAssocID="{BBD1FEA3-61D2-4DD8-8D17-4A066BAFB2E0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3464779D-1175-4E13-8995-36773F237F66}" type="pres">
      <dgm:prSet presAssocID="{BBD1FEA3-61D2-4DD8-8D17-4A066BAFB2E0}" presName="spaceRect" presStyleCnt="0"/>
      <dgm:spPr/>
    </dgm:pt>
    <dgm:pt modelId="{350A2BED-910E-41A2-A3D3-0629AC41728D}" type="pres">
      <dgm:prSet presAssocID="{BBD1FEA3-61D2-4DD8-8D17-4A066BAFB2E0}" presName="parTx" presStyleLbl="revTx" presStyleIdx="2" presStyleCnt="5">
        <dgm:presLayoutVars>
          <dgm:chMax val="0"/>
          <dgm:chPref val="0"/>
        </dgm:presLayoutVars>
      </dgm:prSet>
      <dgm:spPr/>
    </dgm:pt>
    <dgm:pt modelId="{EC8041E3-2FF9-429E-ACA6-6B8B53478BEF}" type="pres">
      <dgm:prSet presAssocID="{7536F276-62AA-4780-ABCF-FC1104BE966D}" presName="sibTrans" presStyleCnt="0"/>
      <dgm:spPr/>
    </dgm:pt>
    <dgm:pt modelId="{D658F646-547B-4F2B-989D-9F8AFDCD0E68}" type="pres">
      <dgm:prSet presAssocID="{1065BBB6-6BC4-4629-93B8-88834777FFF4}" presName="compNode" presStyleCnt="0"/>
      <dgm:spPr/>
    </dgm:pt>
    <dgm:pt modelId="{BB71BB40-6DD1-4974-A342-98DBD66FE449}" type="pres">
      <dgm:prSet presAssocID="{1065BBB6-6BC4-4629-93B8-88834777FFF4}" presName="bgRect" presStyleLbl="bgShp" presStyleIdx="3" presStyleCnt="5"/>
      <dgm:spPr/>
    </dgm:pt>
    <dgm:pt modelId="{31CE9EAD-4D07-4AF3-BD47-2A873FE0CC75}" type="pres">
      <dgm:prSet presAssocID="{1065BBB6-6BC4-4629-93B8-88834777FFF4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40E2B031-F017-45FF-8154-2C58A7C678FE}" type="pres">
      <dgm:prSet presAssocID="{1065BBB6-6BC4-4629-93B8-88834777FFF4}" presName="spaceRect" presStyleCnt="0"/>
      <dgm:spPr/>
    </dgm:pt>
    <dgm:pt modelId="{9DB0AC42-49AA-4CF2-BA83-330B2DED7F25}" type="pres">
      <dgm:prSet presAssocID="{1065BBB6-6BC4-4629-93B8-88834777FFF4}" presName="parTx" presStyleLbl="revTx" presStyleIdx="3" presStyleCnt="5">
        <dgm:presLayoutVars>
          <dgm:chMax val="0"/>
          <dgm:chPref val="0"/>
        </dgm:presLayoutVars>
      </dgm:prSet>
      <dgm:spPr/>
    </dgm:pt>
    <dgm:pt modelId="{10517061-3C12-4012-8DE8-7040B6E23C5C}" type="pres">
      <dgm:prSet presAssocID="{F311B3AB-2603-45E1-9779-DC3A1EE02308}" presName="sibTrans" presStyleCnt="0"/>
      <dgm:spPr/>
    </dgm:pt>
    <dgm:pt modelId="{9FE3F2CB-9AE0-46F8-A751-C936E820E5D1}" type="pres">
      <dgm:prSet presAssocID="{126DCFB0-B028-4DCF-B8AC-F5681C35EB01}" presName="compNode" presStyleCnt="0"/>
      <dgm:spPr/>
    </dgm:pt>
    <dgm:pt modelId="{19C096FC-55AF-4E06-814F-13016C68161A}" type="pres">
      <dgm:prSet presAssocID="{126DCFB0-B028-4DCF-B8AC-F5681C35EB01}" presName="bgRect" presStyleLbl="bgShp" presStyleIdx="4" presStyleCnt="5"/>
      <dgm:spPr/>
    </dgm:pt>
    <dgm:pt modelId="{A100FF08-D2AA-464E-ACA2-88344A801BBC}" type="pres">
      <dgm:prSet presAssocID="{126DCFB0-B028-4DCF-B8AC-F5681C35EB01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42783D3C-B895-4292-92B3-E9758C013763}" type="pres">
      <dgm:prSet presAssocID="{126DCFB0-B028-4DCF-B8AC-F5681C35EB01}" presName="spaceRect" presStyleCnt="0"/>
      <dgm:spPr/>
    </dgm:pt>
    <dgm:pt modelId="{24B7574D-8AF1-47D9-B7EF-1BE20F1CBF0B}" type="pres">
      <dgm:prSet presAssocID="{126DCFB0-B028-4DCF-B8AC-F5681C35EB01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9B18705-D6D4-4291-9599-E17D4FFAE131}" srcId="{58ECEC31-F73C-4A50-93C6-9859353E9FB4}" destId="{BBD1FEA3-61D2-4DD8-8D17-4A066BAFB2E0}" srcOrd="2" destOrd="0" parTransId="{CBDA9137-5FE6-4F2A-A1D2-1A43420CCD5A}" sibTransId="{7536F276-62AA-4780-ABCF-FC1104BE966D}"/>
    <dgm:cxn modelId="{80112443-21F4-449B-A341-58FACFF9E97C}" type="presOf" srcId="{126DCFB0-B028-4DCF-B8AC-F5681C35EB01}" destId="{24B7574D-8AF1-47D9-B7EF-1BE20F1CBF0B}" srcOrd="0" destOrd="0" presId="urn:microsoft.com/office/officeart/2018/2/layout/IconVerticalSolidList"/>
    <dgm:cxn modelId="{71420345-1F04-43AA-AFFF-933358D6CD9A}" srcId="{58ECEC31-F73C-4A50-93C6-9859353E9FB4}" destId="{126DCFB0-B028-4DCF-B8AC-F5681C35EB01}" srcOrd="4" destOrd="0" parTransId="{FDEA40A7-5DC4-4EC3-A38A-DC76BA4B5B9B}" sibTransId="{DBB4ED18-FD2D-4A2F-9AC9-D388B0E72927}"/>
    <dgm:cxn modelId="{B08ACE7A-82FF-44E0-8F46-5987052E316A}" srcId="{58ECEC31-F73C-4A50-93C6-9859353E9FB4}" destId="{5BFBB0B9-51AD-4C4A-BCE6-9FCE3B213736}" srcOrd="0" destOrd="0" parTransId="{7C7EF1DE-FCA9-4F98-A485-D798349E9233}" sibTransId="{5BAE4507-B84F-4739-90CE-6843830A4E6F}"/>
    <dgm:cxn modelId="{692A69B3-C4C5-4B4A-B2E5-667E2A51B923}" srcId="{58ECEC31-F73C-4A50-93C6-9859353E9FB4}" destId="{1065BBB6-6BC4-4629-93B8-88834777FFF4}" srcOrd="3" destOrd="0" parTransId="{F06A3867-AEC1-49E4-BA8B-A80E7D730C8E}" sibTransId="{F311B3AB-2603-45E1-9779-DC3A1EE02308}"/>
    <dgm:cxn modelId="{644286BB-0433-476F-A848-8D0EF9966BF0}" type="presOf" srcId="{8F73BAFA-BCBF-4E66-A532-8141A646703A}" destId="{6C43D561-92B6-4D1F-9A4E-86E04444A65A}" srcOrd="0" destOrd="0" presId="urn:microsoft.com/office/officeart/2018/2/layout/IconVerticalSolidList"/>
    <dgm:cxn modelId="{A7C44DCA-742E-4765-B57D-8626A6C9E406}" type="presOf" srcId="{5BFBB0B9-51AD-4C4A-BCE6-9FCE3B213736}" destId="{85E78FC2-A869-4DAE-A7CF-A9A46C22C2A7}" srcOrd="0" destOrd="0" presId="urn:microsoft.com/office/officeart/2018/2/layout/IconVerticalSolidList"/>
    <dgm:cxn modelId="{D8869DD5-9C00-4D9F-8867-767691797873}" type="presOf" srcId="{58ECEC31-F73C-4A50-93C6-9859353E9FB4}" destId="{F562B56D-69FA-4941-BBC3-6FF5C092A4B7}" srcOrd="0" destOrd="0" presId="urn:microsoft.com/office/officeart/2018/2/layout/IconVerticalSolidList"/>
    <dgm:cxn modelId="{12901CEA-7957-4D15-93D3-E635A41145F0}" type="presOf" srcId="{BBD1FEA3-61D2-4DD8-8D17-4A066BAFB2E0}" destId="{350A2BED-910E-41A2-A3D3-0629AC41728D}" srcOrd="0" destOrd="0" presId="urn:microsoft.com/office/officeart/2018/2/layout/IconVerticalSolidList"/>
    <dgm:cxn modelId="{BA62D7F1-727E-419F-BB8D-AE61B58464C8}" srcId="{58ECEC31-F73C-4A50-93C6-9859353E9FB4}" destId="{8F73BAFA-BCBF-4E66-A532-8141A646703A}" srcOrd="1" destOrd="0" parTransId="{02FD4971-985B-4F5B-84E3-04A454B48D93}" sibTransId="{FB1D5D0B-8E72-4AD7-92BA-06DDF2F031C4}"/>
    <dgm:cxn modelId="{038B14F2-8D2A-4DF7-ADEC-1180EC584600}" type="presOf" srcId="{1065BBB6-6BC4-4629-93B8-88834777FFF4}" destId="{9DB0AC42-49AA-4CF2-BA83-330B2DED7F25}" srcOrd="0" destOrd="0" presId="urn:microsoft.com/office/officeart/2018/2/layout/IconVerticalSolidList"/>
    <dgm:cxn modelId="{B961BC7F-F6D3-443A-A821-D20C35D8077C}" type="presParOf" srcId="{F562B56D-69FA-4941-BBC3-6FF5C092A4B7}" destId="{10518759-636D-4E73-BD85-385132F4C63B}" srcOrd="0" destOrd="0" presId="urn:microsoft.com/office/officeart/2018/2/layout/IconVerticalSolidList"/>
    <dgm:cxn modelId="{653760F3-1BD7-4B45-82AB-B70A0599D6B3}" type="presParOf" srcId="{10518759-636D-4E73-BD85-385132F4C63B}" destId="{4E1DC987-5E53-4E4A-B8F1-D6A8B603C41B}" srcOrd="0" destOrd="0" presId="urn:microsoft.com/office/officeart/2018/2/layout/IconVerticalSolidList"/>
    <dgm:cxn modelId="{35B882A7-9420-4158-B41A-F79E90B0139B}" type="presParOf" srcId="{10518759-636D-4E73-BD85-385132F4C63B}" destId="{48E31EF0-5922-4AB4-AF54-96DDB4B7D268}" srcOrd="1" destOrd="0" presId="urn:microsoft.com/office/officeart/2018/2/layout/IconVerticalSolidList"/>
    <dgm:cxn modelId="{7D784F03-0B60-4002-9052-28449D46D55D}" type="presParOf" srcId="{10518759-636D-4E73-BD85-385132F4C63B}" destId="{4DC15FA5-D14B-4C00-8B5D-1670ADD7A3A4}" srcOrd="2" destOrd="0" presId="urn:microsoft.com/office/officeart/2018/2/layout/IconVerticalSolidList"/>
    <dgm:cxn modelId="{CE5395CC-F16C-4DA9-8517-F48B505BD6A5}" type="presParOf" srcId="{10518759-636D-4E73-BD85-385132F4C63B}" destId="{85E78FC2-A869-4DAE-A7CF-A9A46C22C2A7}" srcOrd="3" destOrd="0" presId="urn:microsoft.com/office/officeart/2018/2/layout/IconVerticalSolidList"/>
    <dgm:cxn modelId="{8204E575-8031-4313-A457-DB6EDD5D003A}" type="presParOf" srcId="{F562B56D-69FA-4941-BBC3-6FF5C092A4B7}" destId="{00F51064-2A93-4C93-A43E-191AB5C23919}" srcOrd="1" destOrd="0" presId="urn:microsoft.com/office/officeart/2018/2/layout/IconVerticalSolidList"/>
    <dgm:cxn modelId="{A30F333B-3FA8-4575-B3D6-6CC6CE7C08FB}" type="presParOf" srcId="{F562B56D-69FA-4941-BBC3-6FF5C092A4B7}" destId="{8BC462E2-8B6C-4E12-B8C4-32BAE92921FD}" srcOrd="2" destOrd="0" presId="urn:microsoft.com/office/officeart/2018/2/layout/IconVerticalSolidList"/>
    <dgm:cxn modelId="{E649DD6B-F57B-4DA5-AFBB-4FE83E2723D3}" type="presParOf" srcId="{8BC462E2-8B6C-4E12-B8C4-32BAE92921FD}" destId="{D545BF23-D361-4C71-A8C5-2DA9C375DEBB}" srcOrd="0" destOrd="0" presId="urn:microsoft.com/office/officeart/2018/2/layout/IconVerticalSolidList"/>
    <dgm:cxn modelId="{DA5742E7-9854-4FF2-BC46-A1F46AE3AD5C}" type="presParOf" srcId="{8BC462E2-8B6C-4E12-B8C4-32BAE92921FD}" destId="{FCD8CEEF-91F7-460A-A92F-0DB3804E73E6}" srcOrd="1" destOrd="0" presId="urn:microsoft.com/office/officeart/2018/2/layout/IconVerticalSolidList"/>
    <dgm:cxn modelId="{6C238711-C3CA-4C3E-89F5-BC87E7D95704}" type="presParOf" srcId="{8BC462E2-8B6C-4E12-B8C4-32BAE92921FD}" destId="{8EEB102C-A3C9-4FE2-9E4D-59D1A163CDB1}" srcOrd="2" destOrd="0" presId="urn:microsoft.com/office/officeart/2018/2/layout/IconVerticalSolidList"/>
    <dgm:cxn modelId="{DF19B3D3-E7CE-495D-936F-B7F006F00260}" type="presParOf" srcId="{8BC462E2-8B6C-4E12-B8C4-32BAE92921FD}" destId="{6C43D561-92B6-4D1F-9A4E-86E04444A65A}" srcOrd="3" destOrd="0" presId="urn:microsoft.com/office/officeart/2018/2/layout/IconVerticalSolidList"/>
    <dgm:cxn modelId="{091EEC8B-8DB1-4473-8055-E97F9F5C637A}" type="presParOf" srcId="{F562B56D-69FA-4941-BBC3-6FF5C092A4B7}" destId="{840EBD68-E1B2-474E-956E-81AAFA6E2ED3}" srcOrd="3" destOrd="0" presId="urn:microsoft.com/office/officeart/2018/2/layout/IconVerticalSolidList"/>
    <dgm:cxn modelId="{FCB4C649-EB0B-43A5-8A9A-0D79BD932081}" type="presParOf" srcId="{F562B56D-69FA-4941-BBC3-6FF5C092A4B7}" destId="{3324956D-F603-4672-A874-0B9067F27411}" srcOrd="4" destOrd="0" presId="urn:microsoft.com/office/officeart/2018/2/layout/IconVerticalSolidList"/>
    <dgm:cxn modelId="{5FF9364A-826F-495E-B668-179B86FF156E}" type="presParOf" srcId="{3324956D-F603-4672-A874-0B9067F27411}" destId="{BB3BDAEB-013D-4C3B-B109-2EB80C0F177E}" srcOrd="0" destOrd="0" presId="urn:microsoft.com/office/officeart/2018/2/layout/IconVerticalSolidList"/>
    <dgm:cxn modelId="{F73A0F5D-ED07-4F6B-BB4C-26E4E3CE0F5E}" type="presParOf" srcId="{3324956D-F603-4672-A874-0B9067F27411}" destId="{B4656E93-BF3F-4389-B5C2-7E67BFEC4EEA}" srcOrd="1" destOrd="0" presId="urn:microsoft.com/office/officeart/2018/2/layout/IconVerticalSolidList"/>
    <dgm:cxn modelId="{79203F7D-3352-4281-A7C0-82E7F8A350B7}" type="presParOf" srcId="{3324956D-F603-4672-A874-0B9067F27411}" destId="{3464779D-1175-4E13-8995-36773F237F66}" srcOrd="2" destOrd="0" presId="urn:microsoft.com/office/officeart/2018/2/layout/IconVerticalSolidList"/>
    <dgm:cxn modelId="{38CA7AF3-7349-473D-A807-E55C2952BB1B}" type="presParOf" srcId="{3324956D-F603-4672-A874-0B9067F27411}" destId="{350A2BED-910E-41A2-A3D3-0629AC41728D}" srcOrd="3" destOrd="0" presId="urn:microsoft.com/office/officeart/2018/2/layout/IconVerticalSolidList"/>
    <dgm:cxn modelId="{1367E4F5-5CCE-413D-ABE4-FDB23C802F71}" type="presParOf" srcId="{F562B56D-69FA-4941-BBC3-6FF5C092A4B7}" destId="{EC8041E3-2FF9-429E-ACA6-6B8B53478BEF}" srcOrd="5" destOrd="0" presId="urn:microsoft.com/office/officeart/2018/2/layout/IconVerticalSolidList"/>
    <dgm:cxn modelId="{11AC074A-D202-4195-8F2B-5E4DF40FF725}" type="presParOf" srcId="{F562B56D-69FA-4941-BBC3-6FF5C092A4B7}" destId="{D658F646-547B-4F2B-989D-9F8AFDCD0E68}" srcOrd="6" destOrd="0" presId="urn:microsoft.com/office/officeart/2018/2/layout/IconVerticalSolidList"/>
    <dgm:cxn modelId="{988DC531-75D8-4517-A2D2-0687971E9861}" type="presParOf" srcId="{D658F646-547B-4F2B-989D-9F8AFDCD0E68}" destId="{BB71BB40-6DD1-4974-A342-98DBD66FE449}" srcOrd="0" destOrd="0" presId="urn:microsoft.com/office/officeart/2018/2/layout/IconVerticalSolidList"/>
    <dgm:cxn modelId="{7AEE15C1-A19D-4478-9D77-09393174FD4E}" type="presParOf" srcId="{D658F646-547B-4F2B-989D-9F8AFDCD0E68}" destId="{31CE9EAD-4D07-4AF3-BD47-2A873FE0CC75}" srcOrd="1" destOrd="0" presId="urn:microsoft.com/office/officeart/2018/2/layout/IconVerticalSolidList"/>
    <dgm:cxn modelId="{4E25E348-992F-4BC2-A1C1-50230CE94CD8}" type="presParOf" srcId="{D658F646-547B-4F2B-989D-9F8AFDCD0E68}" destId="{40E2B031-F017-45FF-8154-2C58A7C678FE}" srcOrd="2" destOrd="0" presId="urn:microsoft.com/office/officeart/2018/2/layout/IconVerticalSolidList"/>
    <dgm:cxn modelId="{BDAF4EBA-24B0-42A1-93E1-6A461662B91C}" type="presParOf" srcId="{D658F646-547B-4F2B-989D-9F8AFDCD0E68}" destId="{9DB0AC42-49AA-4CF2-BA83-330B2DED7F25}" srcOrd="3" destOrd="0" presId="urn:microsoft.com/office/officeart/2018/2/layout/IconVerticalSolidList"/>
    <dgm:cxn modelId="{CD36C62A-0212-4CBA-9DD7-9207130168BF}" type="presParOf" srcId="{F562B56D-69FA-4941-BBC3-6FF5C092A4B7}" destId="{10517061-3C12-4012-8DE8-7040B6E23C5C}" srcOrd="7" destOrd="0" presId="urn:microsoft.com/office/officeart/2018/2/layout/IconVerticalSolidList"/>
    <dgm:cxn modelId="{35AC91E1-B5C2-4CAD-804E-C69154C08168}" type="presParOf" srcId="{F562B56D-69FA-4941-BBC3-6FF5C092A4B7}" destId="{9FE3F2CB-9AE0-46F8-A751-C936E820E5D1}" srcOrd="8" destOrd="0" presId="urn:microsoft.com/office/officeart/2018/2/layout/IconVerticalSolidList"/>
    <dgm:cxn modelId="{3CA0A0EC-5C03-4AC7-8980-F20196E63B33}" type="presParOf" srcId="{9FE3F2CB-9AE0-46F8-A751-C936E820E5D1}" destId="{19C096FC-55AF-4E06-814F-13016C68161A}" srcOrd="0" destOrd="0" presId="urn:microsoft.com/office/officeart/2018/2/layout/IconVerticalSolidList"/>
    <dgm:cxn modelId="{A2C48148-1659-4D71-8197-C299420F02D4}" type="presParOf" srcId="{9FE3F2CB-9AE0-46F8-A751-C936E820E5D1}" destId="{A100FF08-D2AA-464E-ACA2-88344A801BBC}" srcOrd="1" destOrd="0" presId="urn:microsoft.com/office/officeart/2018/2/layout/IconVerticalSolidList"/>
    <dgm:cxn modelId="{C772B74C-7EE1-493B-9A52-6391FB1009FC}" type="presParOf" srcId="{9FE3F2CB-9AE0-46F8-A751-C936E820E5D1}" destId="{42783D3C-B895-4292-92B3-E9758C013763}" srcOrd="2" destOrd="0" presId="urn:microsoft.com/office/officeart/2018/2/layout/IconVerticalSolidList"/>
    <dgm:cxn modelId="{7A56B8B3-5698-4BE0-B6AD-597C94E9F176}" type="presParOf" srcId="{9FE3F2CB-9AE0-46F8-A751-C936E820E5D1}" destId="{24B7574D-8AF1-47D9-B7EF-1BE20F1CBF0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33B1A551-C5C5-425F-92A1-DE9CC2726ECB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65FD87A-DACF-4805-8ECD-BE53797A1BCE}">
      <dgm:prSet/>
      <dgm:spPr/>
      <dgm:t>
        <a:bodyPr/>
        <a:lstStyle/>
        <a:p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Dataset Engineering: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 Merged 5+ datasets into a unified schema.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3F2583D-4517-4050-836E-025565412CF3}" type="parTrans" cxnId="{3054D122-4873-4EAD-8ADD-F65F9B387AB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7BB8B28-C7E2-4BBD-9D83-4C835100B1D8}" type="sibTrans" cxnId="{3054D122-4873-4EAD-8ADD-F65F9B387AB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77F2723-54DA-455F-915C-D5330FFDC9FC}">
      <dgm:prSet/>
      <dgm:spPr/>
      <dgm:t>
        <a:bodyPr/>
        <a:lstStyle/>
        <a:p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Optimization: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 Reduced embedding time from 5 hours (CPU) to minutes (GPU).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B9B4C6D-1F36-4FEA-90A9-0E403C29F4E4}" type="parTrans" cxnId="{36040767-12B9-4477-ABFA-C7304CB8212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B58B52-4F76-44C5-9A92-2A4002DB8A26}" type="sibTrans" cxnId="{36040767-12B9-4477-ABFA-C7304CB8212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865722A-2826-4C2C-B4D7-DF15E52D484A}">
      <dgm:prSet/>
      <dgm:spPr/>
      <dgm:t>
        <a:bodyPr/>
        <a:lstStyle/>
        <a:p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Hybrid Algorithm: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 Developed custom ranking combining semantic + keyword scores.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121C46C-7D10-43AA-AAEA-FB3D69757332}" type="parTrans" cxnId="{EDBFBA9C-6D55-45AF-9E14-7E816B7F405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A20E4D-2A39-4CF6-8AD5-ADD82732AB9C}" type="sibTrans" cxnId="{EDBFBA9C-6D55-45AF-9E14-7E816B7F405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0B09CBB-18F1-4ABC-8DFB-566C4A60BBF3}">
      <dgm:prSet/>
      <dgm:spPr/>
      <dgm:t>
        <a:bodyPr/>
        <a:lstStyle/>
        <a:p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LLM Optimization: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 Solved hallucination via prompt engineering and RAG.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4E6946-1E75-42C9-B8F1-254FB6E7CA73}" type="parTrans" cxnId="{D4CD9C1A-488C-4813-A532-A946032CDA2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B473CCB-53D3-450C-B92B-A4DFCEF80B19}" type="sibTrans" cxnId="{D4CD9C1A-488C-4813-A532-A946032CDA2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1B4DC83-D727-4477-BC7A-39AAE1573296}" type="pres">
      <dgm:prSet presAssocID="{33B1A551-C5C5-425F-92A1-DE9CC2726ECB}" presName="outerComposite" presStyleCnt="0">
        <dgm:presLayoutVars>
          <dgm:chMax val="5"/>
          <dgm:dir/>
          <dgm:resizeHandles val="exact"/>
        </dgm:presLayoutVars>
      </dgm:prSet>
      <dgm:spPr/>
    </dgm:pt>
    <dgm:pt modelId="{83C492EA-0C56-4F49-98C8-B6AE50F80AD9}" type="pres">
      <dgm:prSet presAssocID="{33B1A551-C5C5-425F-92A1-DE9CC2726ECB}" presName="dummyMaxCanvas" presStyleCnt="0">
        <dgm:presLayoutVars/>
      </dgm:prSet>
      <dgm:spPr/>
    </dgm:pt>
    <dgm:pt modelId="{C672C8B1-D5AE-4499-92B7-1C0D71C13367}" type="pres">
      <dgm:prSet presAssocID="{33B1A551-C5C5-425F-92A1-DE9CC2726ECB}" presName="FourNodes_1" presStyleLbl="node1" presStyleIdx="0" presStyleCnt="4">
        <dgm:presLayoutVars>
          <dgm:bulletEnabled val="1"/>
        </dgm:presLayoutVars>
      </dgm:prSet>
      <dgm:spPr/>
    </dgm:pt>
    <dgm:pt modelId="{0667BE40-5ABD-4098-A917-BDF939DA7AEF}" type="pres">
      <dgm:prSet presAssocID="{33B1A551-C5C5-425F-92A1-DE9CC2726ECB}" presName="FourNodes_2" presStyleLbl="node1" presStyleIdx="1" presStyleCnt="4">
        <dgm:presLayoutVars>
          <dgm:bulletEnabled val="1"/>
        </dgm:presLayoutVars>
      </dgm:prSet>
      <dgm:spPr/>
    </dgm:pt>
    <dgm:pt modelId="{A0B0C719-CBFE-4743-B63B-ED41DB79FA4C}" type="pres">
      <dgm:prSet presAssocID="{33B1A551-C5C5-425F-92A1-DE9CC2726ECB}" presName="FourNodes_3" presStyleLbl="node1" presStyleIdx="2" presStyleCnt="4">
        <dgm:presLayoutVars>
          <dgm:bulletEnabled val="1"/>
        </dgm:presLayoutVars>
      </dgm:prSet>
      <dgm:spPr/>
    </dgm:pt>
    <dgm:pt modelId="{11DFDD88-C50C-42EC-BB00-E65E506E36AA}" type="pres">
      <dgm:prSet presAssocID="{33B1A551-C5C5-425F-92A1-DE9CC2726ECB}" presName="FourNodes_4" presStyleLbl="node1" presStyleIdx="3" presStyleCnt="4">
        <dgm:presLayoutVars>
          <dgm:bulletEnabled val="1"/>
        </dgm:presLayoutVars>
      </dgm:prSet>
      <dgm:spPr/>
    </dgm:pt>
    <dgm:pt modelId="{8B357A1F-88A2-4E0E-98EA-17A5D1281188}" type="pres">
      <dgm:prSet presAssocID="{33B1A551-C5C5-425F-92A1-DE9CC2726ECB}" presName="FourConn_1-2" presStyleLbl="fgAccFollowNode1" presStyleIdx="0" presStyleCnt="3">
        <dgm:presLayoutVars>
          <dgm:bulletEnabled val="1"/>
        </dgm:presLayoutVars>
      </dgm:prSet>
      <dgm:spPr/>
    </dgm:pt>
    <dgm:pt modelId="{CF25E4C7-FF2B-4137-A110-BD90461F4ED5}" type="pres">
      <dgm:prSet presAssocID="{33B1A551-C5C5-425F-92A1-DE9CC2726ECB}" presName="FourConn_2-3" presStyleLbl="fgAccFollowNode1" presStyleIdx="1" presStyleCnt="3">
        <dgm:presLayoutVars>
          <dgm:bulletEnabled val="1"/>
        </dgm:presLayoutVars>
      </dgm:prSet>
      <dgm:spPr/>
    </dgm:pt>
    <dgm:pt modelId="{F65BF520-5E27-4B2A-918D-98CE1CB6CADB}" type="pres">
      <dgm:prSet presAssocID="{33B1A551-C5C5-425F-92A1-DE9CC2726ECB}" presName="FourConn_3-4" presStyleLbl="fgAccFollowNode1" presStyleIdx="2" presStyleCnt="3">
        <dgm:presLayoutVars>
          <dgm:bulletEnabled val="1"/>
        </dgm:presLayoutVars>
      </dgm:prSet>
      <dgm:spPr/>
    </dgm:pt>
    <dgm:pt modelId="{69FD31C8-D2B7-45B9-B758-1E2B8F68DC0C}" type="pres">
      <dgm:prSet presAssocID="{33B1A551-C5C5-425F-92A1-DE9CC2726ECB}" presName="FourNodes_1_text" presStyleLbl="node1" presStyleIdx="3" presStyleCnt="4">
        <dgm:presLayoutVars>
          <dgm:bulletEnabled val="1"/>
        </dgm:presLayoutVars>
      </dgm:prSet>
      <dgm:spPr/>
    </dgm:pt>
    <dgm:pt modelId="{2E623982-F30E-4193-89CD-F0AE10E6856B}" type="pres">
      <dgm:prSet presAssocID="{33B1A551-C5C5-425F-92A1-DE9CC2726ECB}" presName="FourNodes_2_text" presStyleLbl="node1" presStyleIdx="3" presStyleCnt="4">
        <dgm:presLayoutVars>
          <dgm:bulletEnabled val="1"/>
        </dgm:presLayoutVars>
      </dgm:prSet>
      <dgm:spPr/>
    </dgm:pt>
    <dgm:pt modelId="{5F3863CB-D592-4FD9-9B29-588644AD8BCB}" type="pres">
      <dgm:prSet presAssocID="{33B1A551-C5C5-425F-92A1-DE9CC2726ECB}" presName="FourNodes_3_text" presStyleLbl="node1" presStyleIdx="3" presStyleCnt="4">
        <dgm:presLayoutVars>
          <dgm:bulletEnabled val="1"/>
        </dgm:presLayoutVars>
      </dgm:prSet>
      <dgm:spPr/>
    </dgm:pt>
    <dgm:pt modelId="{B8677B9B-03CF-4DA7-B530-84522D51419A}" type="pres">
      <dgm:prSet presAssocID="{33B1A551-C5C5-425F-92A1-DE9CC2726ECB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26A90707-B800-44E9-8FE7-B53242309C8E}" type="presOf" srcId="{33B1A551-C5C5-425F-92A1-DE9CC2726ECB}" destId="{91B4DC83-D727-4477-BC7A-39AAE1573296}" srcOrd="0" destOrd="0" presId="urn:microsoft.com/office/officeart/2005/8/layout/vProcess5"/>
    <dgm:cxn modelId="{A95CD90E-E66B-4263-8298-C1D2574A2310}" type="presOf" srcId="{277F2723-54DA-455F-915C-D5330FFDC9FC}" destId="{2E623982-F30E-4193-89CD-F0AE10E6856B}" srcOrd="1" destOrd="0" presId="urn:microsoft.com/office/officeart/2005/8/layout/vProcess5"/>
    <dgm:cxn modelId="{D4CD9C1A-488C-4813-A532-A946032CDA29}" srcId="{33B1A551-C5C5-425F-92A1-DE9CC2726ECB}" destId="{A0B09CBB-18F1-4ABC-8DFB-566C4A60BBF3}" srcOrd="3" destOrd="0" parTransId="{2B4E6946-1E75-42C9-B8F1-254FB6E7CA73}" sibTransId="{CB473CCB-53D3-450C-B92B-A4DFCEF80B19}"/>
    <dgm:cxn modelId="{3054D122-4873-4EAD-8ADD-F65F9B387ABE}" srcId="{33B1A551-C5C5-425F-92A1-DE9CC2726ECB}" destId="{E65FD87A-DACF-4805-8ECD-BE53797A1BCE}" srcOrd="0" destOrd="0" parTransId="{83F2583D-4517-4050-836E-025565412CF3}" sibTransId="{67BB8B28-C7E2-4BBD-9D83-4C835100B1D8}"/>
    <dgm:cxn modelId="{661C0E23-5472-41AE-896B-2F769F2CE6E0}" type="presOf" srcId="{63A20E4D-2A39-4CF6-8AD5-ADD82732AB9C}" destId="{F65BF520-5E27-4B2A-918D-98CE1CB6CADB}" srcOrd="0" destOrd="0" presId="urn:microsoft.com/office/officeart/2005/8/layout/vProcess5"/>
    <dgm:cxn modelId="{36040767-12B9-4477-ABFA-C7304CB82128}" srcId="{33B1A551-C5C5-425F-92A1-DE9CC2726ECB}" destId="{277F2723-54DA-455F-915C-D5330FFDC9FC}" srcOrd="1" destOrd="0" parTransId="{CB9B4C6D-1F36-4FEA-90A9-0E403C29F4E4}" sibTransId="{9DB58B52-4F76-44C5-9A92-2A4002DB8A26}"/>
    <dgm:cxn modelId="{ECCAF64E-0B45-4803-AC47-E2DA66E2678C}" type="presOf" srcId="{E865722A-2826-4C2C-B4D7-DF15E52D484A}" destId="{5F3863CB-D592-4FD9-9B29-588644AD8BCB}" srcOrd="1" destOrd="0" presId="urn:microsoft.com/office/officeart/2005/8/layout/vProcess5"/>
    <dgm:cxn modelId="{DE201771-C368-4C64-A79B-77D2E8B27BF3}" type="presOf" srcId="{E865722A-2826-4C2C-B4D7-DF15E52D484A}" destId="{A0B0C719-CBFE-4743-B63B-ED41DB79FA4C}" srcOrd="0" destOrd="0" presId="urn:microsoft.com/office/officeart/2005/8/layout/vProcess5"/>
    <dgm:cxn modelId="{AF4F3B76-59DB-49A1-A1E8-05A636269097}" type="presOf" srcId="{A0B09CBB-18F1-4ABC-8DFB-566C4A60BBF3}" destId="{11DFDD88-C50C-42EC-BB00-E65E506E36AA}" srcOrd="0" destOrd="0" presId="urn:microsoft.com/office/officeart/2005/8/layout/vProcess5"/>
    <dgm:cxn modelId="{0FBA6759-B76F-47D4-A8B4-9672DD3D1CF4}" type="presOf" srcId="{277F2723-54DA-455F-915C-D5330FFDC9FC}" destId="{0667BE40-5ABD-4098-A917-BDF939DA7AEF}" srcOrd="0" destOrd="0" presId="urn:microsoft.com/office/officeart/2005/8/layout/vProcess5"/>
    <dgm:cxn modelId="{4A8E4D8B-7923-48EE-A315-B2B2BA05A05E}" type="presOf" srcId="{E65FD87A-DACF-4805-8ECD-BE53797A1BCE}" destId="{C672C8B1-D5AE-4499-92B7-1C0D71C13367}" srcOrd="0" destOrd="0" presId="urn:microsoft.com/office/officeart/2005/8/layout/vProcess5"/>
    <dgm:cxn modelId="{EDBFBA9C-6D55-45AF-9E14-7E816B7F4056}" srcId="{33B1A551-C5C5-425F-92A1-DE9CC2726ECB}" destId="{E865722A-2826-4C2C-B4D7-DF15E52D484A}" srcOrd="2" destOrd="0" parTransId="{2121C46C-7D10-43AA-AAEA-FB3D69757332}" sibTransId="{63A20E4D-2A39-4CF6-8AD5-ADD82732AB9C}"/>
    <dgm:cxn modelId="{7E0053A4-8C79-4EA4-A73D-3CC01A3E4C4F}" type="presOf" srcId="{E65FD87A-DACF-4805-8ECD-BE53797A1BCE}" destId="{69FD31C8-D2B7-45B9-B758-1E2B8F68DC0C}" srcOrd="1" destOrd="0" presId="urn:microsoft.com/office/officeart/2005/8/layout/vProcess5"/>
    <dgm:cxn modelId="{E92617CC-C3D7-46D1-979C-364973F65548}" type="presOf" srcId="{9DB58B52-4F76-44C5-9A92-2A4002DB8A26}" destId="{CF25E4C7-FF2B-4137-A110-BD90461F4ED5}" srcOrd="0" destOrd="0" presId="urn:microsoft.com/office/officeart/2005/8/layout/vProcess5"/>
    <dgm:cxn modelId="{12F32BD8-D76A-4069-9FAE-48DBE9717936}" type="presOf" srcId="{67BB8B28-C7E2-4BBD-9D83-4C835100B1D8}" destId="{8B357A1F-88A2-4E0E-98EA-17A5D1281188}" srcOrd="0" destOrd="0" presId="urn:microsoft.com/office/officeart/2005/8/layout/vProcess5"/>
    <dgm:cxn modelId="{32C3E9FD-E4BC-4FF1-A68B-34D1C38B143C}" type="presOf" srcId="{A0B09CBB-18F1-4ABC-8DFB-566C4A60BBF3}" destId="{B8677B9B-03CF-4DA7-B530-84522D51419A}" srcOrd="1" destOrd="0" presId="urn:microsoft.com/office/officeart/2005/8/layout/vProcess5"/>
    <dgm:cxn modelId="{4606A745-0808-4449-9B96-2E5FAB1F1754}" type="presParOf" srcId="{91B4DC83-D727-4477-BC7A-39AAE1573296}" destId="{83C492EA-0C56-4F49-98C8-B6AE50F80AD9}" srcOrd="0" destOrd="0" presId="urn:microsoft.com/office/officeart/2005/8/layout/vProcess5"/>
    <dgm:cxn modelId="{F2D19CCF-AF77-483E-BDFF-480DA38F092E}" type="presParOf" srcId="{91B4DC83-D727-4477-BC7A-39AAE1573296}" destId="{C672C8B1-D5AE-4499-92B7-1C0D71C13367}" srcOrd="1" destOrd="0" presId="urn:microsoft.com/office/officeart/2005/8/layout/vProcess5"/>
    <dgm:cxn modelId="{F5466381-A54F-43D0-9D14-55AB3657284B}" type="presParOf" srcId="{91B4DC83-D727-4477-BC7A-39AAE1573296}" destId="{0667BE40-5ABD-4098-A917-BDF939DA7AEF}" srcOrd="2" destOrd="0" presId="urn:microsoft.com/office/officeart/2005/8/layout/vProcess5"/>
    <dgm:cxn modelId="{3C220535-50B1-43E6-82D8-0A7645DC1595}" type="presParOf" srcId="{91B4DC83-D727-4477-BC7A-39AAE1573296}" destId="{A0B0C719-CBFE-4743-B63B-ED41DB79FA4C}" srcOrd="3" destOrd="0" presId="urn:microsoft.com/office/officeart/2005/8/layout/vProcess5"/>
    <dgm:cxn modelId="{5CD883AB-5694-4E8E-94E5-D994B3591A52}" type="presParOf" srcId="{91B4DC83-D727-4477-BC7A-39AAE1573296}" destId="{11DFDD88-C50C-42EC-BB00-E65E506E36AA}" srcOrd="4" destOrd="0" presId="urn:microsoft.com/office/officeart/2005/8/layout/vProcess5"/>
    <dgm:cxn modelId="{93469AAF-5F06-404F-B77B-E76B5EE7CECC}" type="presParOf" srcId="{91B4DC83-D727-4477-BC7A-39AAE1573296}" destId="{8B357A1F-88A2-4E0E-98EA-17A5D1281188}" srcOrd="5" destOrd="0" presId="urn:microsoft.com/office/officeart/2005/8/layout/vProcess5"/>
    <dgm:cxn modelId="{F4712499-EEE2-41C2-86A1-370235154305}" type="presParOf" srcId="{91B4DC83-D727-4477-BC7A-39AAE1573296}" destId="{CF25E4C7-FF2B-4137-A110-BD90461F4ED5}" srcOrd="6" destOrd="0" presId="urn:microsoft.com/office/officeart/2005/8/layout/vProcess5"/>
    <dgm:cxn modelId="{5ADA6DD2-417B-4D48-AFDE-976C0C179903}" type="presParOf" srcId="{91B4DC83-D727-4477-BC7A-39AAE1573296}" destId="{F65BF520-5E27-4B2A-918D-98CE1CB6CADB}" srcOrd="7" destOrd="0" presId="urn:microsoft.com/office/officeart/2005/8/layout/vProcess5"/>
    <dgm:cxn modelId="{5ABEEA61-5B06-4A9A-A938-BD34F199AB7E}" type="presParOf" srcId="{91B4DC83-D727-4477-BC7A-39AAE1573296}" destId="{69FD31C8-D2B7-45B9-B758-1E2B8F68DC0C}" srcOrd="8" destOrd="0" presId="urn:microsoft.com/office/officeart/2005/8/layout/vProcess5"/>
    <dgm:cxn modelId="{41DF1EA9-906C-485A-8B30-B6448C7953E5}" type="presParOf" srcId="{91B4DC83-D727-4477-BC7A-39AAE1573296}" destId="{2E623982-F30E-4193-89CD-F0AE10E6856B}" srcOrd="9" destOrd="0" presId="urn:microsoft.com/office/officeart/2005/8/layout/vProcess5"/>
    <dgm:cxn modelId="{5645F0E1-5277-4E38-8401-DE975D39A238}" type="presParOf" srcId="{91B4DC83-D727-4477-BC7A-39AAE1573296}" destId="{5F3863CB-D592-4FD9-9B29-588644AD8BCB}" srcOrd="10" destOrd="0" presId="urn:microsoft.com/office/officeart/2005/8/layout/vProcess5"/>
    <dgm:cxn modelId="{24EC816C-DB1E-40AD-8971-10A23B70BCF7}" type="presParOf" srcId="{91B4DC83-D727-4477-BC7A-39AAE1573296}" destId="{B8677B9B-03CF-4DA7-B530-84522D51419A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C3EC9CC9-AE3F-431E-A926-B63E45BA0D46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C30B25E-302B-4C1F-BD52-BE3E156F7F23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Reimers &amp; Gurevych (2019). Sentence-BERT. </a:t>
          </a:r>
          <a:r>
            <a:rPr lang="en-IN" i="1">
              <a:latin typeface="Times New Roman" panose="02020603050405020304" pitchFamily="18" charset="0"/>
              <a:cs typeface="Times New Roman" panose="02020603050405020304" pitchFamily="18" charset="0"/>
            </a:rPr>
            <a:t>EMNLP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E4BC570-79E0-4E8B-A649-097FB1889C18}" type="parTrans" cxnId="{123863AE-F3AB-4EAB-975E-8DC7390D78A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181B734-58BE-458A-A4FF-C9D041E70608}" type="sibTrans" cxnId="{123863AE-F3AB-4EAB-975E-8DC7390D78A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459354-5CAA-4FDA-8130-1448DB5E69D1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Radford et al. (2021). CLIP. </a:t>
          </a:r>
          <a:r>
            <a:rPr lang="en-IN" i="1">
              <a:latin typeface="Times New Roman" panose="02020603050405020304" pitchFamily="18" charset="0"/>
              <a:cs typeface="Times New Roman" panose="02020603050405020304" pitchFamily="18" charset="0"/>
            </a:rPr>
            <a:t>ICML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CD2F2EE-CDD1-4169-8927-976A8876DA9B}" type="parTrans" cxnId="{821A4DCF-EB06-475C-BCD8-30B705DB2B70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0B31FE0-B91F-41E7-8D04-1A49D047187A}" type="sibTrans" cxnId="{821A4DCF-EB06-475C-BCD8-30B705DB2B70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2741E2-99D3-48CB-BA38-2ECB2A61F439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Johnson et al. (2017). FAISS. </a:t>
          </a:r>
          <a:r>
            <a:rPr lang="en-IN" i="1">
              <a:latin typeface="Times New Roman" panose="02020603050405020304" pitchFamily="18" charset="0"/>
              <a:cs typeface="Times New Roman" panose="02020603050405020304" pitchFamily="18" charset="0"/>
            </a:rPr>
            <a:t>Facebook AI Research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973E013-EEF9-4647-809C-46D277850D34}" type="parTrans" cxnId="{4A37AD49-71F1-41A0-86C1-DC4F467E72F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6B3AA9-9FCA-4FE8-8383-ADFE0AAB6965}" type="sibTrans" cxnId="{4A37AD49-71F1-41A0-86C1-DC4F467E72F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928B762-AE33-43DB-AFBB-8767092ED604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Rusum &amp; Anasuri (2024). Vector Databases in Modern Applications.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BEE474-98AE-4370-99DE-87E0A4246902}" type="parTrans" cxnId="{26CA8E41-7617-4428-8899-8584DDC48C9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0F20C48-1A4D-4B14-8029-F4B0DC92B218}" type="sibTrans" cxnId="{26CA8E41-7617-4428-8899-8584DDC48C9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DDFF6DB-E3A0-4B6C-AB79-B99851C1567E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Ali, O. (2025). Retrieval-Augmented Generation. </a:t>
          </a:r>
          <a:r>
            <a:rPr lang="en-IN" i="1">
              <a:latin typeface="Times New Roman" panose="02020603050405020304" pitchFamily="18" charset="0"/>
              <a:cs typeface="Times New Roman" panose="02020603050405020304" pitchFamily="18" charset="0"/>
            </a:rPr>
            <a:t>JIIS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F1384A2-585E-45E2-94BE-91F76F8E7C9F}" type="parTrans" cxnId="{B2D15EAC-606B-4A53-958C-E880D9868A4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1B67D85-D37C-4F54-83CF-1537E5C66ACA}" type="sibTrans" cxnId="{B2D15EAC-606B-4A53-958C-E880D9868A4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7EBCC-5E80-4473-99CF-AE1A3C9C3930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Vaswani et al. (2017). Attention Is All You Need. </a:t>
          </a:r>
          <a:r>
            <a:rPr lang="en-IN" i="1">
              <a:latin typeface="Times New Roman" panose="02020603050405020304" pitchFamily="18" charset="0"/>
              <a:cs typeface="Times New Roman" panose="02020603050405020304" pitchFamily="18" charset="0"/>
            </a:rPr>
            <a:t>NeurIPS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6728607-2E33-411F-BF29-E16DBB5475C2}" type="parTrans" cxnId="{DC405CE5-DC7F-417C-A20B-58D279DDA407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0C348C1-1877-4353-8725-517369442184}" type="sibTrans" cxnId="{DC405CE5-DC7F-417C-A20B-58D279DDA407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237D887-F69E-4413-868F-4821B9290E2C}" type="pres">
      <dgm:prSet presAssocID="{C3EC9CC9-AE3F-431E-A926-B63E45BA0D46}" presName="vert0" presStyleCnt="0">
        <dgm:presLayoutVars>
          <dgm:dir/>
          <dgm:animOne val="branch"/>
          <dgm:animLvl val="lvl"/>
        </dgm:presLayoutVars>
      </dgm:prSet>
      <dgm:spPr/>
    </dgm:pt>
    <dgm:pt modelId="{04A653AE-CFDB-48E0-B881-B925CD1A2CD3}" type="pres">
      <dgm:prSet presAssocID="{CC30B25E-302B-4C1F-BD52-BE3E156F7F23}" presName="thickLine" presStyleLbl="alignNode1" presStyleIdx="0" presStyleCnt="6"/>
      <dgm:spPr/>
    </dgm:pt>
    <dgm:pt modelId="{30788A47-79D6-413D-977C-E2644B7FE2CC}" type="pres">
      <dgm:prSet presAssocID="{CC30B25E-302B-4C1F-BD52-BE3E156F7F23}" presName="horz1" presStyleCnt="0"/>
      <dgm:spPr/>
    </dgm:pt>
    <dgm:pt modelId="{5D1DD4E2-FB3A-4E40-A0D3-8106242E8891}" type="pres">
      <dgm:prSet presAssocID="{CC30B25E-302B-4C1F-BD52-BE3E156F7F23}" presName="tx1" presStyleLbl="revTx" presStyleIdx="0" presStyleCnt="6"/>
      <dgm:spPr/>
    </dgm:pt>
    <dgm:pt modelId="{D7CC0793-4C44-4EA6-886C-0A7A017F30B6}" type="pres">
      <dgm:prSet presAssocID="{CC30B25E-302B-4C1F-BD52-BE3E156F7F23}" presName="vert1" presStyleCnt="0"/>
      <dgm:spPr/>
    </dgm:pt>
    <dgm:pt modelId="{13F7005A-E49C-4610-8D7F-0236C199A51C}" type="pres">
      <dgm:prSet presAssocID="{28459354-5CAA-4FDA-8130-1448DB5E69D1}" presName="thickLine" presStyleLbl="alignNode1" presStyleIdx="1" presStyleCnt="6"/>
      <dgm:spPr/>
    </dgm:pt>
    <dgm:pt modelId="{350E739B-6C82-44F8-9F23-F8F987329DAC}" type="pres">
      <dgm:prSet presAssocID="{28459354-5CAA-4FDA-8130-1448DB5E69D1}" presName="horz1" presStyleCnt="0"/>
      <dgm:spPr/>
    </dgm:pt>
    <dgm:pt modelId="{521B88A0-66D4-495E-90E3-FB4ECA69CCAC}" type="pres">
      <dgm:prSet presAssocID="{28459354-5CAA-4FDA-8130-1448DB5E69D1}" presName="tx1" presStyleLbl="revTx" presStyleIdx="1" presStyleCnt="6"/>
      <dgm:spPr/>
    </dgm:pt>
    <dgm:pt modelId="{F719C87A-83C9-499D-9B94-C44FD2BA245A}" type="pres">
      <dgm:prSet presAssocID="{28459354-5CAA-4FDA-8130-1448DB5E69D1}" presName="vert1" presStyleCnt="0"/>
      <dgm:spPr/>
    </dgm:pt>
    <dgm:pt modelId="{2AC1439A-B9F0-41E1-ADF4-2B92CDCED052}" type="pres">
      <dgm:prSet presAssocID="{282741E2-99D3-48CB-BA38-2ECB2A61F439}" presName="thickLine" presStyleLbl="alignNode1" presStyleIdx="2" presStyleCnt="6"/>
      <dgm:spPr/>
    </dgm:pt>
    <dgm:pt modelId="{68231134-DC4B-4035-B1AC-22BBB8EFF260}" type="pres">
      <dgm:prSet presAssocID="{282741E2-99D3-48CB-BA38-2ECB2A61F439}" presName="horz1" presStyleCnt="0"/>
      <dgm:spPr/>
    </dgm:pt>
    <dgm:pt modelId="{3FF88748-3C3F-4BE0-AE75-6CE16A34EE65}" type="pres">
      <dgm:prSet presAssocID="{282741E2-99D3-48CB-BA38-2ECB2A61F439}" presName="tx1" presStyleLbl="revTx" presStyleIdx="2" presStyleCnt="6"/>
      <dgm:spPr/>
    </dgm:pt>
    <dgm:pt modelId="{8699DCC1-ED6E-436E-8692-345FBCF8AD21}" type="pres">
      <dgm:prSet presAssocID="{282741E2-99D3-48CB-BA38-2ECB2A61F439}" presName="vert1" presStyleCnt="0"/>
      <dgm:spPr/>
    </dgm:pt>
    <dgm:pt modelId="{B15160F0-7A3F-4B30-A2B3-B70ECD774B50}" type="pres">
      <dgm:prSet presAssocID="{2928B762-AE33-43DB-AFBB-8767092ED604}" presName="thickLine" presStyleLbl="alignNode1" presStyleIdx="3" presStyleCnt="6"/>
      <dgm:spPr/>
    </dgm:pt>
    <dgm:pt modelId="{23CC535F-33F8-4F70-9DCF-9618BAA717A7}" type="pres">
      <dgm:prSet presAssocID="{2928B762-AE33-43DB-AFBB-8767092ED604}" presName="horz1" presStyleCnt="0"/>
      <dgm:spPr/>
    </dgm:pt>
    <dgm:pt modelId="{01CD6F1A-F00A-4B2E-8F89-DFA58C95CC94}" type="pres">
      <dgm:prSet presAssocID="{2928B762-AE33-43DB-AFBB-8767092ED604}" presName="tx1" presStyleLbl="revTx" presStyleIdx="3" presStyleCnt="6"/>
      <dgm:spPr/>
    </dgm:pt>
    <dgm:pt modelId="{C80A20E5-6034-415B-A268-B852B589E0A9}" type="pres">
      <dgm:prSet presAssocID="{2928B762-AE33-43DB-AFBB-8767092ED604}" presName="vert1" presStyleCnt="0"/>
      <dgm:spPr/>
    </dgm:pt>
    <dgm:pt modelId="{72B294E5-DD03-400C-AEA8-BC180C8B3292}" type="pres">
      <dgm:prSet presAssocID="{2DDFF6DB-E3A0-4B6C-AB79-B99851C1567E}" presName="thickLine" presStyleLbl="alignNode1" presStyleIdx="4" presStyleCnt="6"/>
      <dgm:spPr/>
    </dgm:pt>
    <dgm:pt modelId="{15EA89A3-712E-472E-AA81-F951FD945A02}" type="pres">
      <dgm:prSet presAssocID="{2DDFF6DB-E3A0-4B6C-AB79-B99851C1567E}" presName="horz1" presStyleCnt="0"/>
      <dgm:spPr/>
    </dgm:pt>
    <dgm:pt modelId="{FD1F518D-78AA-44FE-90A2-CBF6706F344D}" type="pres">
      <dgm:prSet presAssocID="{2DDFF6DB-E3A0-4B6C-AB79-B99851C1567E}" presName="tx1" presStyleLbl="revTx" presStyleIdx="4" presStyleCnt="6"/>
      <dgm:spPr/>
    </dgm:pt>
    <dgm:pt modelId="{773CEF89-EF5F-4C9D-8DDC-BF470F05893E}" type="pres">
      <dgm:prSet presAssocID="{2DDFF6DB-E3A0-4B6C-AB79-B99851C1567E}" presName="vert1" presStyleCnt="0"/>
      <dgm:spPr/>
    </dgm:pt>
    <dgm:pt modelId="{EC361E49-1119-467C-8FCC-FD2B80E8A476}" type="pres">
      <dgm:prSet presAssocID="{6697EBCC-5E80-4473-99CF-AE1A3C9C3930}" presName="thickLine" presStyleLbl="alignNode1" presStyleIdx="5" presStyleCnt="6"/>
      <dgm:spPr/>
    </dgm:pt>
    <dgm:pt modelId="{8A32E6F6-A7B8-44DA-A010-EC49391C5128}" type="pres">
      <dgm:prSet presAssocID="{6697EBCC-5E80-4473-99CF-AE1A3C9C3930}" presName="horz1" presStyleCnt="0"/>
      <dgm:spPr/>
    </dgm:pt>
    <dgm:pt modelId="{AECBD6C1-0DFF-4C98-A1A2-5173F2877E1F}" type="pres">
      <dgm:prSet presAssocID="{6697EBCC-5E80-4473-99CF-AE1A3C9C3930}" presName="tx1" presStyleLbl="revTx" presStyleIdx="5" presStyleCnt="6"/>
      <dgm:spPr/>
    </dgm:pt>
    <dgm:pt modelId="{69B8C7A8-F54D-495B-B887-35F406ED7CC5}" type="pres">
      <dgm:prSet presAssocID="{6697EBCC-5E80-4473-99CF-AE1A3C9C3930}" presName="vert1" presStyleCnt="0"/>
      <dgm:spPr/>
    </dgm:pt>
  </dgm:ptLst>
  <dgm:cxnLst>
    <dgm:cxn modelId="{45328901-B330-4615-AD2D-306DE6A1EAA4}" type="presOf" srcId="{CC30B25E-302B-4C1F-BD52-BE3E156F7F23}" destId="{5D1DD4E2-FB3A-4E40-A0D3-8106242E8891}" srcOrd="0" destOrd="0" presId="urn:microsoft.com/office/officeart/2008/layout/LinedList"/>
    <dgm:cxn modelId="{A852C709-A2C6-4C59-83E0-4DFE32E48A19}" type="presOf" srcId="{C3EC9CC9-AE3F-431E-A926-B63E45BA0D46}" destId="{8237D887-F69E-4413-868F-4821B9290E2C}" srcOrd="0" destOrd="0" presId="urn:microsoft.com/office/officeart/2008/layout/LinedList"/>
    <dgm:cxn modelId="{387FF260-74EA-4C5A-B483-58CD1A422D6E}" type="presOf" srcId="{28459354-5CAA-4FDA-8130-1448DB5E69D1}" destId="{521B88A0-66D4-495E-90E3-FB4ECA69CCAC}" srcOrd="0" destOrd="0" presId="urn:microsoft.com/office/officeart/2008/layout/LinedList"/>
    <dgm:cxn modelId="{26CA8E41-7617-4428-8899-8584DDC48C94}" srcId="{C3EC9CC9-AE3F-431E-A926-B63E45BA0D46}" destId="{2928B762-AE33-43DB-AFBB-8767092ED604}" srcOrd="3" destOrd="0" parTransId="{76BEE474-98AE-4370-99DE-87E0A4246902}" sibTransId="{C0F20C48-1A4D-4B14-8029-F4B0DC92B218}"/>
    <dgm:cxn modelId="{4A37AD49-71F1-41A0-86C1-DC4F467E72FB}" srcId="{C3EC9CC9-AE3F-431E-A926-B63E45BA0D46}" destId="{282741E2-99D3-48CB-BA38-2ECB2A61F439}" srcOrd="2" destOrd="0" parTransId="{0973E013-EEF9-4647-809C-46D277850D34}" sibTransId="{766B3AA9-9FCA-4FE8-8383-ADFE0AAB6965}"/>
    <dgm:cxn modelId="{BFD2B083-6763-4A62-99DF-04F8C91D3C13}" type="presOf" srcId="{6697EBCC-5E80-4473-99CF-AE1A3C9C3930}" destId="{AECBD6C1-0DFF-4C98-A1A2-5173F2877E1F}" srcOrd="0" destOrd="0" presId="urn:microsoft.com/office/officeart/2008/layout/LinedList"/>
    <dgm:cxn modelId="{909902A9-17BD-4C97-9BB8-47973B89C145}" type="presOf" srcId="{2DDFF6DB-E3A0-4B6C-AB79-B99851C1567E}" destId="{FD1F518D-78AA-44FE-90A2-CBF6706F344D}" srcOrd="0" destOrd="0" presId="urn:microsoft.com/office/officeart/2008/layout/LinedList"/>
    <dgm:cxn modelId="{B2D15EAC-606B-4A53-958C-E880D9868A4D}" srcId="{C3EC9CC9-AE3F-431E-A926-B63E45BA0D46}" destId="{2DDFF6DB-E3A0-4B6C-AB79-B99851C1567E}" srcOrd="4" destOrd="0" parTransId="{6F1384A2-585E-45E2-94BE-91F76F8E7C9F}" sibTransId="{81B67D85-D37C-4F54-83CF-1537E5C66ACA}"/>
    <dgm:cxn modelId="{123863AE-F3AB-4EAB-975E-8DC7390D78A8}" srcId="{C3EC9CC9-AE3F-431E-A926-B63E45BA0D46}" destId="{CC30B25E-302B-4C1F-BD52-BE3E156F7F23}" srcOrd="0" destOrd="0" parTransId="{DE4BC570-79E0-4E8B-A649-097FB1889C18}" sibTransId="{2181B734-58BE-458A-A4FF-C9D041E70608}"/>
    <dgm:cxn modelId="{BAB795BC-70A8-426F-B06E-52D3813998F1}" type="presOf" srcId="{2928B762-AE33-43DB-AFBB-8767092ED604}" destId="{01CD6F1A-F00A-4B2E-8F89-DFA58C95CC94}" srcOrd="0" destOrd="0" presId="urn:microsoft.com/office/officeart/2008/layout/LinedList"/>
    <dgm:cxn modelId="{821A4DCF-EB06-475C-BCD8-30B705DB2B70}" srcId="{C3EC9CC9-AE3F-431E-A926-B63E45BA0D46}" destId="{28459354-5CAA-4FDA-8130-1448DB5E69D1}" srcOrd="1" destOrd="0" parTransId="{FCD2F2EE-CDD1-4169-8927-976A8876DA9B}" sibTransId="{B0B31FE0-B91F-41E7-8D04-1A49D047187A}"/>
    <dgm:cxn modelId="{02700CE1-281F-4883-AF1B-366D0ED0C19C}" type="presOf" srcId="{282741E2-99D3-48CB-BA38-2ECB2A61F439}" destId="{3FF88748-3C3F-4BE0-AE75-6CE16A34EE65}" srcOrd="0" destOrd="0" presId="urn:microsoft.com/office/officeart/2008/layout/LinedList"/>
    <dgm:cxn modelId="{DC405CE5-DC7F-417C-A20B-58D279DDA407}" srcId="{C3EC9CC9-AE3F-431E-A926-B63E45BA0D46}" destId="{6697EBCC-5E80-4473-99CF-AE1A3C9C3930}" srcOrd="5" destOrd="0" parTransId="{C6728607-2E33-411F-BF29-E16DBB5475C2}" sibTransId="{D0C348C1-1877-4353-8725-517369442184}"/>
    <dgm:cxn modelId="{7E3DA0BB-3512-4090-B4BC-EFD0DFE4BCC5}" type="presParOf" srcId="{8237D887-F69E-4413-868F-4821B9290E2C}" destId="{04A653AE-CFDB-48E0-B881-B925CD1A2CD3}" srcOrd="0" destOrd="0" presId="urn:microsoft.com/office/officeart/2008/layout/LinedList"/>
    <dgm:cxn modelId="{F6D8C623-82D0-45B4-B83F-08F30C567BA7}" type="presParOf" srcId="{8237D887-F69E-4413-868F-4821B9290E2C}" destId="{30788A47-79D6-413D-977C-E2644B7FE2CC}" srcOrd="1" destOrd="0" presId="urn:microsoft.com/office/officeart/2008/layout/LinedList"/>
    <dgm:cxn modelId="{6121AE68-298F-4A0C-8CDD-3CE5156A1AEA}" type="presParOf" srcId="{30788A47-79D6-413D-977C-E2644B7FE2CC}" destId="{5D1DD4E2-FB3A-4E40-A0D3-8106242E8891}" srcOrd="0" destOrd="0" presId="urn:microsoft.com/office/officeart/2008/layout/LinedList"/>
    <dgm:cxn modelId="{183152E9-D677-4364-8999-0487028FA057}" type="presParOf" srcId="{30788A47-79D6-413D-977C-E2644B7FE2CC}" destId="{D7CC0793-4C44-4EA6-886C-0A7A017F30B6}" srcOrd="1" destOrd="0" presId="urn:microsoft.com/office/officeart/2008/layout/LinedList"/>
    <dgm:cxn modelId="{D388E270-8AF8-4602-87C4-DA2A98B770E2}" type="presParOf" srcId="{8237D887-F69E-4413-868F-4821B9290E2C}" destId="{13F7005A-E49C-4610-8D7F-0236C199A51C}" srcOrd="2" destOrd="0" presId="urn:microsoft.com/office/officeart/2008/layout/LinedList"/>
    <dgm:cxn modelId="{41F757B7-5DD0-4649-92B2-13A85C7048C8}" type="presParOf" srcId="{8237D887-F69E-4413-868F-4821B9290E2C}" destId="{350E739B-6C82-44F8-9F23-F8F987329DAC}" srcOrd="3" destOrd="0" presId="urn:microsoft.com/office/officeart/2008/layout/LinedList"/>
    <dgm:cxn modelId="{6947D582-058A-40CB-A1A1-C59C6B9CAFA2}" type="presParOf" srcId="{350E739B-6C82-44F8-9F23-F8F987329DAC}" destId="{521B88A0-66D4-495E-90E3-FB4ECA69CCAC}" srcOrd="0" destOrd="0" presId="urn:microsoft.com/office/officeart/2008/layout/LinedList"/>
    <dgm:cxn modelId="{D220D8AA-E311-4D21-9C2B-474C4E20E47A}" type="presParOf" srcId="{350E739B-6C82-44F8-9F23-F8F987329DAC}" destId="{F719C87A-83C9-499D-9B94-C44FD2BA245A}" srcOrd="1" destOrd="0" presId="urn:microsoft.com/office/officeart/2008/layout/LinedList"/>
    <dgm:cxn modelId="{125595BC-C8E0-4B39-8C3A-57CE382FF98D}" type="presParOf" srcId="{8237D887-F69E-4413-868F-4821B9290E2C}" destId="{2AC1439A-B9F0-41E1-ADF4-2B92CDCED052}" srcOrd="4" destOrd="0" presId="urn:microsoft.com/office/officeart/2008/layout/LinedList"/>
    <dgm:cxn modelId="{E6AAFE56-DA1D-49A1-9426-0ACB194A1FE3}" type="presParOf" srcId="{8237D887-F69E-4413-868F-4821B9290E2C}" destId="{68231134-DC4B-4035-B1AC-22BBB8EFF260}" srcOrd="5" destOrd="0" presId="urn:microsoft.com/office/officeart/2008/layout/LinedList"/>
    <dgm:cxn modelId="{1E9040E0-5F92-482F-A6DA-325061901235}" type="presParOf" srcId="{68231134-DC4B-4035-B1AC-22BBB8EFF260}" destId="{3FF88748-3C3F-4BE0-AE75-6CE16A34EE65}" srcOrd="0" destOrd="0" presId="urn:microsoft.com/office/officeart/2008/layout/LinedList"/>
    <dgm:cxn modelId="{F5029790-35CA-47B0-A1DD-8ADFA3B6C21A}" type="presParOf" srcId="{68231134-DC4B-4035-B1AC-22BBB8EFF260}" destId="{8699DCC1-ED6E-436E-8692-345FBCF8AD21}" srcOrd="1" destOrd="0" presId="urn:microsoft.com/office/officeart/2008/layout/LinedList"/>
    <dgm:cxn modelId="{7ADF9C67-7FBD-40D3-8324-ADAA3000D810}" type="presParOf" srcId="{8237D887-F69E-4413-868F-4821B9290E2C}" destId="{B15160F0-7A3F-4B30-A2B3-B70ECD774B50}" srcOrd="6" destOrd="0" presId="urn:microsoft.com/office/officeart/2008/layout/LinedList"/>
    <dgm:cxn modelId="{7DBEC800-01A8-4513-B873-E3417E7E3A37}" type="presParOf" srcId="{8237D887-F69E-4413-868F-4821B9290E2C}" destId="{23CC535F-33F8-4F70-9DCF-9618BAA717A7}" srcOrd="7" destOrd="0" presId="urn:microsoft.com/office/officeart/2008/layout/LinedList"/>
    <dgm:cxn modelId="{B04EA2C4-7096-4CDA-86B9-393B9EC3ED97}" type="presParOf" srcId="{23CC535F-33F8-4F70-9DCF-9618BAA717A7}" destId="{01CD6F1A-F00A-4B2E-8F89-DFA58C95CC94}" srcOrd="0" destOrd="0" presId="urn:microsoft.com/office/officeart/2008/layout/LinedList"/>
    <dgm:cxn modelId="{58C88571-5F75-4FAF-A7D0-938993D3F055}" type="presParOf" srcId="{23CC535F-33F8-4F70-9DCF-9618BAA717A7}" destId="{C80A20E5-6034-415B-A268-B852B589E0A9}" srcOrd="1" destOrd="0" presId="urn:microsoft.com/office/officeart/2008/layout/LinedList"/>
    <dgm:cxn modelId="{672D95FB-474D-48BD-B9E1-C6795425CBE4}" type="presParOf" srcId="{8237D887-F69E-4413-868F-4821B9290E2C}" destId="{72B294E5-DD03-400C-AEA8-BC180C8B3292}" srcOrd="8" destOrd="0" presId="urn:microsoft.com/office/officeart/2008/layout/LinedList"/>
    <dgm:cxn modelId="{0562D541-19A3-4490-B961-3DBD1DA92B1E}" type="presParOf" srcId="{8237D887-F69E-4413-868F-4821B9290E2C}" destId="{15EA89A3-712E-472E-AA81-F951FD945A02}" srcOrd="9" destOrd="0" presId="urn:microsoft.com/office/officeart/2008/layout/LinedList"/>
    <dgm:cxn modelId="{F7A36A8F-E27C-4123-9545-1B907EF0E619}" type="presParOf" srcId="{15EA89A3-712E-472E-AA81-F951FD945A02}" destId="{FD1F518D-78AA-44FE-90A2-CBF6706F344D}" srcOrd="0" destOrd="0" presId="urn:microsoft.com/office/officeart/2008/layout/LinedList"/>
    <dgm:cxn modelId="{BD447F24-5A42-4C11-8012-058BA1E920A5}" type="presParOf" srcId="{15EA89A3-712E-472E-AA81-F951FD945A02}" destId="{773CEF89-EF5F-4C9D-8DDC-BF470F05893E}" srcOrd="1" destOrd="0" presId="urn:microsoft.com/office/officeart/2008/layout/LinedList"/>
    <dgm:cxn modelId="{5482F6C2-3F48-4515-A816-F44F59C5EF75}" type="presParOf" srcId="{8237D887-F69E-4413-868F-4821B9290E2C}" destId="{EC361E49-1119-467C-8FCC-FD2B80E8A476}" srcOrd="10" destOrd="0" presId="urn:microsoft.com/office/officeart/2008/layout/LinedList"/>
    <dgm:cxn modelId="{6520A416-F3E6-4F9F-B05F-15673907D7A8}" type="presParOf" srcId="{8237D887-F69E-4413-868F-4821B9290E2C}" destId="{8A32E6F6-A7B8-44DA-A010-EC49391C5128}" srcOrd="11" destOrd="0" presId="urn:microsoft.com/office/officeart/2008/layout/LinedList"/>
    <dgm:cxn modelId="{43A03C81-3D14-432B-A9EC-A5EB7B97A2DD}" type="presParOf" srcId="{8A32E6F6-A7B8-44DA-A010-EC49391C5128}" destId="{AECBD6C1-0DFF-4C98-A1A2-5173F2877E1F}" srcOrd="0" destOrd="0" presId="urn:microsoft.com/office/officeart/2008/layout/LinedList"/>
    <dgm:cxn modelId="{12AAEE07-7F83-4BD6-8A6B-93FCD19B383B}" type="presParOf" srcId="{8A32E6F6-A7B8-44DA-A010-EC49391C5128}" destId="{69B8C7A8-F54D-495B-B887-35F406ED7CC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AA734F-B838-4422-9A3A-CA1EAB2FC112}">
      <dsp:nvSpPr>
        <dsp:cNvPr id="0" name=""/>
        <dsp:cNvSpPr/>
      </dsp:nvSpPr>
      <dsp:spPr>
        <a:xfrm>
          <a:off x="0" y="1476"/>
          <a:ext cx="11133573" cy="62926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4DB7C8-FC38-4615-ADE4-5BE9B88F640E}">
      <dsp:nvSpPr>
        <dsp:cNvPr id="0" name=""/>
        <dsp:cNvSpPr/>
      </dsp:nvSpPr>
      <dsp:spPr>
        <a:xfrm>
          <a:off x="190352" y="143061"/>
          <a:ext cx="346095" cy="3460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CC96B6-C8E1-4388-8417-79055DC0D5E6}">
      <dsp:nvSpPr>
        <dsp:cNvPr id="0" name=""/>
        <dsp:cNvSpPr/>
      </dsp:nvSpPr>
      <dsp:spPr>
        <a:xfrm>
          <a:off x="726801" y="1476"/>
          <a:ext cx="10406771" cy="629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597" tIns="66597" rIns="66597" bIns="6659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E-commerce platforms contain a </a:t>
          </a:r>
          <a:r>
            <a:rPr lang="en-US" sz="19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large and diverse collection of products</a:t>
          </a:r>
          <a:r>
            <a:rPr lang="en-US" sz="19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US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26801" y="1476"/>
        <a:ext cx="10406771" cy="629265"/>
      </dsp:txXfrm>
    </dsp:sp>
    <dsp:sp modelId="{825F70B7-BD0F-4576-BA21-789DB1031356}">
      <dsp:nvSpPr>
        <dsp:cNvPr id="0" name=""/>
        <dsp:cNvSpPr/>
      </dsp:nvSpPr>
      <dsp:spPr>
        <a:xfrm>
          <a:off x="0" y="788058"/>
          <a:ext cx="11133573" cy="62926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5AEC42-6953-4278-B37D-7F1090B95164}">
      <dsp:nvSpPr>
        <dsp:cNvPr id="0" name=""/>
        <dsp:cNvSpPr/>
      </dsp:nvSpPr>
      <dsp:spPr>
        <a:xfrm>
          <a:off x="190352" y="929643"/>
          <a:ext cx="346095" cy="3460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5C9DE-8C37-4CE7-B694-BF7FEE37DC09}">
      <dsp:nvSpPr>
        <dsp:cNvPr id="0" name=""/>
        <dsp:cNvSpPr/>
      </dsp:nvSpPr>
      <dsp:spPr>
        <a:xfrm>
          <a:off x="726801" y="788058"/>
          <a:ext cx="10406771" cy="629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597" tIns="66597" rIns="66597" bIns="6659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Users often face difficulty in finding relevant products quickly </a:t>
          </a:r>
          <a:endParaRPr lang="en-US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26801" y="788058"/>
        <a:ext cx="10406771" cy="629265"/>
      </dsp:txXfrm>
    </dsp:sp>
    <dsp:sp modelId="{A8B25F96-C427-4313-8A32-20442228E6DB}">
      <dsp:nvSpPr>
        <dsp:cNvPr id="0" name=""/>
        <dsp:cNvSpPr/>
      </dsp:nvSpPr>
      <dsp:spPr>
        <a:xfrm>
          <a:off x="0" y="1574640"/>
          <a:ext cx="11133573" cy="62926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896531-0B05-435A-8079-DB93E667E148}">
      <dsp:nvSpPr>
        <dsp:cNvPr id="0" name=""/>
        <dsp:cNvSpPr/>
      </dsp:nvSpPr>
      <dsp:spPr>
        <a:xfrm>
          <a:off x="190352" y="1716224"/>
          <a:ext cx="346095" cy="3460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9C3911-DE3E-4F0A-8607-75CB75DDF30E}">
      <dsp:nvSpPr>
        <dsp:cNvPr id="0" name=""/>
        <dsp:cNvSpPr/>
      </dsp:nvSpPr>
      <dsp:spPr>
        <a:xfrm>
          <a:off x="726801" y="1574640"/>
          <a:ext cx="10406771" cy="629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597" tIns="66597" rIns="66597" bIns="6659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Traditional search systems rely mainly on </a:t>
          </a:r>
          <a:r>
            <a:rPr lang="en-US" sz="19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keyword matching techniques</a:t>
          </a:r>
          <a:r>
            <a:rPr lang="en-US" sz="19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US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26801" y="1574640"/>
        <a:ext cx="10406771" cy="629265"/>
      </dsp:txXfrm>
    </dsp:sp>
    <dsp:sp modelId="{868CDA3F-F60B-45B2-8C0C-AB04B5256235}">
      <dsp:nvSpPr>
        <dsp:cNvPr id="0" name=""/>
        <dsp:cNvSpPr/>
      </dsp:nvSpPr>
      <dsp:spPr>
        <a:xfrm>
          <a:off x="0" y="2361221"/>
          <a:ext cx="11133573" cy="62926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91C0CB-21FE-428E-909C-A304E46BA4A0}">
      <dsp:nvSpPr>
        <dsp:cNvPr id="0" name=""/>
        <dsp:cNvSpPr/>
      </dsp:nvSpPr>
      <dsp:spPr>
        <a:xfrm>
          <a:off x="190352" y="2502806"/>
          <a:ext cx="346095" cy="3460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3AD5AD-7CB4-4B95-801A-2E49F94D658C}">
      <dsp:nvSpPr>
        <dsp:cNvPr id="0" name=""/>
        <dsp:cNvSpPr/>
      </dsp:nvSpPr>
      <dsp:spPr>
        <a:xfrm>
          <a:off x="726801" y="2361221"/>
          <a:ext cx="10406771" cy="629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597" tIns="66597" rIns="66597" bIns="6659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These systems fail to understand the </a:t>
          </a:r>
          <a:r>
            <a:rPr lang="en-US" sz="1900" b="1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actual intent behind user queries</a:t>
          </a:r>
          <a:r>
            <a:rPr lang="en-US" sz="1900" b="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US" sz="1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26801" y="2361221"/>
        <a:ext cx="10406771" cy="629265"/>
      </dsp:txXfrm>
    </dsp:sp>
    <dsp:sp modelId="{9AF83769-3766-4F9C-9C5F-9907EBB800B5}">
      <dsp:nvSpPr>
        <dsp:cNvPr id="0" name=""/>
        <dsp:cNvSpPr/>
      </dsp:nvSpPr>
      <dsp:spPr>
        <a:xfrm>
          <a:off x="0" y="3147803"/>
          <a:ext cx="11133573" cy="62926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94DE25-94C0-4E0E-90E7-0E11A584557F}">
      <dsp:nvSpPr>
        <dsp:cNvPr id="0" name=""/>
        <dsp:cNvSpPr/>
      </dsp:nvSpPr>
      <dsp:spPr>
        <a:xfrm>
          <a:off x="190352" y="3289387"/>
          <a:ext cx="346095" cy="3460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A88E2C-AC3B-4124-8048-C893BA55AA91}">
      <dsp:nvSpPr>
        <dsp:cNvPr id="0" name=""/>
        <dsp:cNvSpPr/>
      </dsp:nvSpPr>
      <dsp:spPr>
        <a:xfrm>
          <a:off x="726801" y="3147803"/>
          <a:ext cx="10406771" cy="629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597" tIns="66597" rIns="66597" bIns="6659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This leads to irrelevant results and poor user satisfaction </a:t>
          </a:r>
          <a:endParaRPr lang="en-US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26801" y="3147803"/>
        <a:ext cx="10406771" cy="629265"/>
      </dsp:txXfrm>
    </dsp:sp>
    <dsp:sp modelId="{ABB30DF4-0C27-4C1C-A5FC-840B212ED2C7}">
      <dsp:nvSpPr>
        <dsp:cNvPr id="0" name=""/>
        <dsp:cNvSpPr/>
      </dsp:nvSpPr>
      <dsp:spPr>
        <a:xfrm>
          <a:off x="0" y="3934384"/>
          <a:ext cx="11133573" cy="62926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12066E-C180-4BBA-916B-DB270184E2A2}">
      <dsp:nvSpPr>
        <dsp:cNvPr id="0" name=""/>
        <dsp:cNvSpPr/>
      </dsp:nvSpPr>
      <dsp:spPr>
        <a:xfrm>
          <a:off x="190352" y="4075969"/>
          <a:ext cx="346095" cy="3460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AC9E1E-A12F-4FCE-A39D-4E8E82FBE08F}">
      <dsp:nvSpPr>
        <dsp:cNvPr id="0" name=""/>
        <dsp:cNvSpPr/>
      </dsp:nvSpPr>
      <dsp:spPr>
        <a:xfrm>
          <a:off x="726801" y="3934384"/>
          <a:ext cx="10406771" cy="629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597" tIns="66597" rIns="66597" bIns="6659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AI-based systems provide </a:t>
          </a:r>
          <a:r>
            <a:rPr lang="en-US" sz="1900" b="1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semantic understanding and intelligent recommendations</a:t>
          </a:r>
          <a:r>
            <a:rPr lang="en-US" sz="1900" b="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US" sz="1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26801" y="3934384"/>
        <a:ext cx="10406771" cy="6292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D1B1E9-BD7B-4F33-92F7-5FCEF0D450A7}">
      <dsp:nvSpPr>
        <dsp:cNvPr id="0" name=""/>
        <dsp:cNvSpPr/>
      </dsp:nvSpPr>
      <dsp:spPr>
        <a:xfrm>
          <a:off x="3521718" y="892999"/>
          <a:ext cx="6875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87568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847548" y="935129"/>
        <a:ext cx="35908" cy="7181"/>
      </dsp:txXfrm>
    </dsp:sp>
    <dsp:sp modelId="{BFAE311B-ED04-4237-A264-03CF2BCBD77F}">
      <dsp:nvSpPr>
        <dsp:cNvPr id="0" name=""/>
        <dsp:cNvSpPr/>
      </dsp:nvSpPr>
      <dsp:spPr>
        <a:xfrm>
          <a:off x="401047" y="1978"/>
          <a:ext cx="3122471" cy="187348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004" tIns="160604" rIns="153004" bIns="16060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Develop semantic search using transformer-based embeddings.</a:t>
          </a:r>
          <a:endParaRPr lang="en-US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1047" y="1978"/>
        <a:ext cx="3122471" cy="1873482"/>
      </dsp:txXfrm>
    </dsp:sp>
    <dsp:sp modelId="{F03B2DB3-AF22-4512-99A1-29CFBD93ED78}">
      <dsp:nvSpPr>
        <dsp:cNvPr id="0" name=""/>
        <dsp:cNvSpPr/>
      </dsp:nvSpPr>
      <dsp:spPr>
        <a:xfrm>
          <a:off x="7362358" y="892999"/>
          <a:ext cx="6875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87568" y="45720"/>
              </a:lnTo>
            </a:path>
          </a:pathLst>
        </a:custGeom>
        <a:noFill/>
        <a:ln w="1270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688188" y="935129"/>
        <a:ext cx="35908" cy="7181"/>
      </dsp:txXfrm>
    </dsp:sp>
    <dsp:sp modelId="{79DBCD65-94F8-46ED-9AB9-90F1BC787EA0}">
      <dsp:nvSpPr>
        <dsp:cNvPr id="0" name=""/>
        <dsp:cNvSpPr/>
      </dsp:nvSpPr>
      <dsp:spPr>
        <a:xfrm>
          <a:off x="4241687" y="1978"/>
          <a:ext cx="3122471" cy="1873482"/>
        </a:xfrm>
        <a:prstGeom prst="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004" tIns="160604" rIns="153004" bIns="16060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Implement image-based retrieval using deep learning (</a:t>
          </a:r>
          <a:r>
            <a:rPr lang="en-IN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OpenCLIP</a:t>
          </a:r>
          <a:r>
            <a:rPr lang="en-IN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).</a:t>
          </a:r>
          <a:endParaRPr lang="en-US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241687" y="1978"/>
        <a:ext cx="3122471" cy="1873482"/>
      </dsp:txXfrm>
    </dsp:sp>
    <dsp:sp modelId="{A532AAD8-B142-4E87-A80A-637D0D0474BD}">
      <dsp:nvSpPr>
        <dsp:cNvPr id="0" name=""/>
        <dsp:cNvSpPr/>
      </dsp:nvSpPr>
      <dsp:spPr>
        <a:xfrm>
          <a:off x="1962283" y="1873661"/>
          <a:ext cx="7681279" cy="687568"/>
        </a:xfrm>
        <a:custGeom>
          <a:avLst/>
          <a:gdLst/>
          <a:ahLst/>
          <a:cxnLst/>
          <a:rect l="0" t="0" r="0" b="0"/>
          <a:pathLst>
            <a:path>
              <a:moveTo>
                <a:pt x="7681279" y="0"/>
              </a:moveTo>
              <a:lnTo>
                <a:pt x="7681279" y="360884"/>
              </a:lnTo>
              <a:lnTo>
                <a:pt x="0" y="360884"/>
              </a:lnTo>
              <a:lnTo>
                <a:pt x="0" y="687568"/>
              </a:lnTo>
            </a:path>
          </a:pathLst>
        </a:custGeom>
        <a:noFill/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610053" y="2213854"/>
        <a:ext cx="385738" cy="7181"/>
      </dsp:txXfrm>
    </dsp:sp>
    <dsp:sp modelId="{686C7C7D-4DFE-4EBE-91C5-71035BB60C7A}">
      <dsp:nvSpPr>
        <dsp:cNvPr id="0" name=""/>
        <dsp:cNvSpPr/>
      </dsp:nvSpPr>
      <dsp:spPr>
        <a:xfrm>
          <a:off x="8082327" y="1978"/>
          <a:ext cx="3122471" cy="1873482"/>
        </a:xfrm>
        <a:prstGeom prst="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004" tIns="160604" rIns="153004" bIns="16060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>
              <a:latin typeface="Times New Roman" panose="02020603050405020304" pitchFamily="18" charset="0"/>
              <a:cs typeface="Times New Roman" panose="02020603050405020304" pitchFamily="18" charset="0"/>
            </a:rPr>
            <a:t>Design a hybrid ranking mechanism (Text + Visual).</a:t>
          </a:r>
          <a:endParaRPr lang="en-US" sz="2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082327" y="1978"/>
        <a:ext cx="3122471" cy="1873482"/>
      </dsp:txXfrm>
    </dsp:sp>
    <dsp:sp modelId="{8ED43C2F-21D3-4959-880E-AD73F2E3C32C}">
      <dsp:nvSpPr>
        <dsp:cNvPr id="0" name=""/>
        <dsp:cNvSpPr/>
      </dsp:nvSpPr>
      <dsp:spPr>
        <a:xfrm>
          <a:off x="3521718" y="3484651"/>
          <a:ext cx="6875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87568" y="45720"/>
              </a:lnTo>
            </a:path>
          </a:pathLst>
        </a:custGeom>
        <a:noFill/>
        <a:ln w="1270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847548" y="3526780"/>
        <a:ext cx="35908" cy="7181"/>
      </dsp:txXfrm>
    </dsp:sp>
    <dsp:sp modelId="{A9374039-DC8C-4F4B-AFC5-14D30C549967}">
      <dsp:nvSpPr>
        <dsp:cNvPr id="0" name=""/>
        <dsp:cNvSpPr/>
      </dsp:nvSpPr>
      <dsp:spPr>
        <a:xfrm>
          <a:off x="401047" y="2593629"/>
          <a:ext cx="3122471" cy="1873482"/>
        </a:xfrm>
        <a:prstGeom prst="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004" tIns="160604" rIns="153004" bIns="16060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Utilize FAISS for efficient vector similarity search.</a:t>
          </a:r>
          <a:endParaRPr lang="en-US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1047" y="2593629"/>
        <a:ext cx="3122471" cy="1873482"/>
      </dsp:txXfrm>
    </dsp:sp>
    <dsp:sp modelId="{ADE8B01F-1551-410A-89D3-8D34CD4BCBF0}">
      <dsp:nvSpPr>
        <dsp:cNvPr id="0" name=""/>
        <dsp:cNvSpPr/>
      </dsp:nvSpPr>
      <dsp:spPr>
        <a:xfrm>
          <a:off x="7362358" y="3484651"/>
          <a:ext cx="6875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87568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688188" y="3526780"/>
        <a:ext cx="35908" cy="7181"/>
      </dsp:txXfrm>
    </dsp:sp>
    <dsp:sp modelId="{FCF3F412-35FB-4D42-A968-7CF658EFC992}">
      <dsp:nvSpPr>
        <dsp:cNvPr id="0" name=""/>
        <dsp:cNvSpPr/>
      </dsp:nvSpPr>
      <dsp:spPr>
        <a:xfrm>
          <a:off x="4241687" y="2593629"/>
          <a:ext cx="3122471" cy="1873482"/>
        </a:xfrm>
        <a:prstGeom prst="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004" tIns="160604" rIns="153004" bIns="16060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Integrate an LLM (Phi-3) for explainable recommendations.</a:t>
          </a:r>
          <a:endParaRPr lang="en-US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241687" y="2593629"/>
        <a:ext cx="3122471" cy="1873482"/>
      </dsp:txXfrm>
    </dsp:sp>
    <dsp:sp modelId="{FFCFC005-0D85-404B-8E4C-C9836710CFCC}">
      <dsp:nvSpPr>
        <dsp:cNvPr id="0" name=""/>
        <dsp:cNvSpPr/>
      </dsp:nvSpPr>
      <dsp:spPr>
        <a:xfrm>
          <a:off x="8082327" y="2593629"/>
          <a:ext cx="3122471" cy="187348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004" tIns="160604" rIns="153004" bIns="16060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>
              <a:latin typeface="Times New Roman" panose="02020603050405020304" pitchFamily="18" charset="0"/>
              <a:cs typeface="Times New Roman" panose="02020603050405020304" pitchFamily="18" charset="0"/>
            </a:rPr>
            <a:t>Support multilingual and voice-based queries.</a:t>
          </a:r>
          <a:endParaRPr lang="en-US" sz="2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082327" y="2593629"/>
        <a:ext cx="3122471" cy="18734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E719A4-2168-4ACD-8E2D-8150817EE6EF}">
      <dsp:nvSpPr>
        <dsp:cNvPr id="0" name=""/>
        <dsp:cNvSpPr/>
      </dsp:nvSpPr>
      <dsp:spPr>
        <a:xfrm>
          <a:off x="0" y="2530579"/>
          <a:ext cx="10927829" cy="16603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Boundary:</a:t>
          </a:r>
          <a:r>
            <a:rPr lang="en-US" sz="3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 Designed for scalability but tested on a moderate-sized dataset.</a:t>
          </a:r>
        </a:p>
      </dsp:txBody>
      <dsp:txXfrm>
        <a:off x="0" y="2530579"/>
        <a:ext cx="10927829" cy="1660334"/>
      </dsp:txXfrm>
    </dsp:sp>
    <dsp:sp modelId="{71E2F042-3CCD-4B12-8B93-8577EB9F7DF6}">
      <dsp:nvSpPr>
        <dsp:cNvPr id="0" name=""/>
        <dsp:cNvSpPr/>
      </dsp:nvSpPr>
      <dsp:spPr>
        <a:xfrm rot="10800000">
          <a:off x="0" y="1890"/>
          <a:ext cx="10927829" cy="2553594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Included:</a:t>
          </a:r>
          <a:endParaRPr lang="en-US" sz="3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10800000">
        <a:off x="0" y="1890"/>
        <a:ext cx="10927829" cy="896311"/>
      </dsp:txXfrm>
    </dsp:sp>
    <dsp:sp modelId="{6F708ECD-4A7B-43C1-A47B-153E891971A9}">
      <dsp:nvSpPr>
        <dsp:cNvPr id="0" name=""/>
        <dsp:cNvSpPr/>
      </dsp:nvSpPr>
      <dsp:spPr>
        <a:xfrm>
          <a:off x="1333" y="898202"/>
          <a:ext cx="2185032" cy="76352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Processing structured product data.</a:t>
          </a:r>
        </a:p>
      </dsp:txBody>
      <dsp:txXfrm>
        <a:off x="1333" y="898202"/>
        <a:ext cx="2185032" cy="763524"/>
      </dsp:txXfrm>
    </dsp:sp>
    <dsp:sp modelId="{EF0F001C-DAAE-4DDF-805F-D431D73226D8}">
      <dsp:nvSpPr>
        <dsp:cNvPr id="0" name=""/>
        <dsp:cNvSpPr/>
      </dsp:nvSpPr>
      <dsp:spPr>
        <a:xfrm>
          <a:off x="2186366" y="898202"/>
          <a:ext cx="2185032" cy="763524"/>
        </a:xfrm>
        <a:prstGeom prst="rect">
          <a:avLst/>
        </a:prstGeom>
        <a:solidFill>
          <a:schemeClr val="accent2">
            <a:tint val="40000"/>
            <a:alpha val="90000"/>
            <a:hueOff val="1683680"/>
            <a:satOff val="-15558"/>
            <a:lumOff val="-175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683680"/>
              <a:satOff val="-15558"/>
              <a:lumOff val="-175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Generating embeddings for text and images.</a:t>
          </a:r>
        </a:p>
      </dsp:txBody>
      <dsp:txXfrm>
        <a:off x="2186366" y="898202"/>
        <a:ext cx="2185032" cy="763524"/>
      </dsp:txXfrm>
    </dsp:sp>
    <dsp:sp modelId="{90505391-3992-4A0C-A6EC-3DBF1C7D4233}">
      <dsp:nvSpPr>
        <dsp:cNvPr id="0" name=""/>
        <dsp:cNvSpPr/>
      </dsp:nvSpPr>
      <dsp:spPr>
        <a:xfrm>
          <a:off x="4371398" y="898202"/>
          <a:ext cx="2185032" cy="763524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Vector-based similarity search using FAISS.</a:t>
          </a:r>
        </a:p>
      </dsp:txBody>
      <dsp:txXfrm>
        <a:off x="4371398" y="898202"/>
        <a:ext cx="2185032" cy="763524"/>
      </dsp:txXfrm>
    </dsp:sp>
    <dsp:sp modelId="{0824696F-7577-4E85-9544-6E8797982BA5}">
      <dsp:nvSpPr>
        <dsp:cNvPr id="0" name=""/>
        <dsp:cNvSpPr/>
      </dsp:nvSpPr>
      <dsp:spPr>
        <a:xfrm>
          <a:off x="6556430" y="898202"/>
          <a:ext cx="2185032" cy="763524"/>
        </a:xfrm>
        <a:prstGeom prst="rect">
          <a:avLst/>
        </a:prstGeom>
        <a:solidFill>
          <a:schemeClr val="accent2">
            <a:tint val="40000"/>
            <a:alpha val="90000"/>
            <a:hueOff val="5051039"/>
            <a:satOff val="-46674"/>
            <a:lumOff val="-5261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51039"/>
              <a:satOff val="-46674"/>
              <a:lumOff val="-52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Hybrid ranking &amp; LLM explanation generation.</a:t>
          </a:r>
        </a:p>
      </dsp:txBody>
      <dsp:txXfrm>
        <a:off x="6556430" y="898202"/>
        <a:ext cx="2185032" cy="763524"/>
      </dsp:txXfrm>
    </dsp:sp>
    <dsp:sp modelId="{EFF68A4A-2FC4-49BF-B7F1-6354A550EEFB}">
      <dsp:nvSpPr>
        <dsp:cNvPr id="0" name=""/>
        <dsp:cNvSpPr/>
      </dsp:nvSpPr>
      <dsp:spPr>
        <a:xfrm>
          <a:off x="8741462" y="898202"/>
          <a:ext cx="2185032" cy="763524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Responsive web-based UI with chatbot.</a:t>
          </a:r>
        </a:p>
      </dsp:txBody>
      <dsp:txXfrm>
        <a:off x="8741462" y="898202"/>
        <a:ext cx="2185032" cy="7635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38398F-C46A-445D-81D9-F2569CB41E20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EC91B4-5174-49AC-8A97-BA8DD5C9EF5E}">
      <dsp:nvSpPr>
        <dsp:cNvPr id="0" name=""/>
        <dsp:cNvSpPr/>
      </dsp:nvSpPr>
      <dsp:spPr>
        <a:xfrm>
          <a:off x="0" y="212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Programming:</a:t>
          </a:r>
          <a:r>
            <a:rPr lang="en-IN" sz="2700" kern="1200">
              <a:latin typeface="Times New Roman" panose="02020603050405020304" pitchFamily="18" charset="0"/>
              <a:cs typeface="Times New Roman" panose="02020603050405020304" pitchFamily="18" charset="0"/>
            </a:rPr>
            <a:t> Python, FastAPI (Backend), HTML/CSS/JS (Frontend).</a:t>
          </a:r>
          <a:endParaRPr lang="en-US" sz="27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124"/>
        <a:ext cx="10515600" cy="724514"/>
      </dsp:txXfrm>
    </dsp:sp>
    <dsp:sp modelId="{76169EFC-93FA-4BB1-A0A0-20763B330E75}">
      <dsp:nvSpPr>
        <dsp:cNvPr id="0" name=""/>
        <dsp:cNvSpPr/>
      </dsp:nvSpPr>
      <dsp:spPr>
        <a:xfrm>
          <a:off x="0" y="72663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AD251E-64CB-498E-825B-CFF78C07C446}">
      <dsp:nvSpPr>
        <dsp:cNvPr id="0" name=""/>
        <dsp:cNvSpPr/>
      </dsp:nvSpPr>
      <dsp:spPr>
        <a:xfrm>
          <a:off x="0" y="72663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NLP:</a:t>
          </a:r>
          <a:r>
            <a:rPr lang="en-IN" sz="2700" kern="1200">
              <a:latin typeface="Times New Roman" panose="02020603050405020304" pitchFamily="18" charset="0"/>
              <a:cs typeface="Times New Roman" panose="02020603050405020304" pitchFamily="18" charset="0"/>
            </a:rPr>
            <a:t> Sentence Transformers (BAAI/bge-small-en-v1.5).</a:t>
          </a:r>
          <a:endParaRPr lang="en-US" sz="27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726639"/>
        <a:ext cx="10515600" cy="724514"/>
      </dsp:txXfrm>
    </dsp:sp>
    <dsp:sp modelId="{B57B2C6E-57AA-4000-A6BE-21553CE3D592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6A5559-07C6-481A-9A4D-E9C18DA8A469}">
      <dsp:nvSpPr>
        <dsp:cNvPr id="0" name=""/>
        <dsp:cNvSpPr/>
      </dsp:nvSpPr>
      <dsp:spPr>
        <a:xfrm>
          <a:off x="0" y="145115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Computer Vision:</a:t>
          </a:r>
          <a:r>
            <a:rPr lang="en-IN" sz="2700" kern="1200">
              <a:latin typeface="Times New Roman" panose="02020603050405020304" pitchFamily="18" charset="0"/>
              <a:cs typeface="Times New Roman" panose="02020603050405020304" pitchFamily="18" charset="0"/>
            </a:rPr>
            <a:t> OpenCLIP (ViT-B/32).</a:t>
          </a:r>
          <a:endParaRPr lang="en-US" sz="27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451154"/>
        <a:ext cx="10515600" cy="724514"/>
      </dsp:txXfrm>
    </dsp:sp>
    <dsp:sp modelId="{3B8A9994-9284-4071-9141-67458F2A7E6A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3AAA1D-161C-4E9A-B0AD-6C9592C355DD}">
      <dsp:nvSpPr>
        <dsp:cNvPr id="0" name=""/>
        <dsp:cNvSpPr/>
      </dsp:nvSpPr>
      <dsp:spPr>
        <a:xfrm>
          <a:off x="0" y="217566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Vector Search:</a:t>
          </a:r>
          <a:r>
            <a:rPr lang="en-IN" sz="2700" kern="1200">
              <a:latin typeface="Times New Roman" panose="02020603050405020304" pitchFamily="18" charset="0"/>
              <a:cs typeface="Times New Roman" panose="02020603050405020304" pitchFamily="18" charset="0"/>
            </a:rPr>
            <a:t> FAISS (Facebook AI Similarity Search).</a:t>
          </a:r>
          <a:endParaRPr lang="en-US" sz="27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175669"/>
        <a:ext cx="10515600" cy="724514"/>
      </dsp:txXfrm>
    </dsp:sp>
    <dsp:sp modelId="{DE554DB5-DC16-4B1B-9EC1-19FD25402E89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65BD96-4A3B-4336-8EBE-5A36E9392DB5}">
      <dsp:nvSpPr>
        <dsp:cNvPr id="0" name=""/>
        <dsp:cNvSpPr/>
      </dsp:nvSpPr>
      <dsp:spPr>
        <a:xfrm>
          <a:off x="0" y="2900183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LLM:</a:t>
          </a:r>
          <a:r>
            <a:rPr lang="en-IN" sz="2700" kern="1200">
              <a:latin typeface="Times New Roman" panose="02020603050405020304" pitchFamily="18" charset="0"/>
              <a:cs typeface="Times New Roman" panose="02020603050405020304" pitchFamily="18" charset="0"/>
            </a:rPr>
            <a:t> Phi-3 (via Ollama).</a:t>
          </a:r>
          <a:endParaRPr lang="en-US" sz="27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900183"/>
        <a:ext cx="10515600" cy="724514"/>
      </dsp:txXfrm>
    </dsp:sp>
    <dsp:sp modelId="{F0851398-A5C0-48EE-9B48-DFCCA5C426A8}">
      <dsp:nvSpPr>
        <dsp:cNvPr id="0" name=""/>
        <dsp:cNvSpPr/>
      </dsp:nvSpPr>
      <dsp:spPr>
        <a:xfrm>
          <a:off x="0" y="362469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D7B10B-01F3-4DC1-8AC2-8081D5770623}">
      <dsp:nvSpPr>
        <dsp:cNvPr id="0" name=""/>
        <dsp:cNvSpPr/>
      </dsp:nvSpPr>
      <dsp:spPr>
        <a:xfrm>
          <a:off x="0" y="3624698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Multilingual:</a:t>
          </a:r>
          <a:r>
            <a:rPr lang="en-IN" sz="2700" kern="1200">
              <a:latin typeface="Times New Roman" panose="02020603050405020304" pitchFamily="18" charset="0"/>
              <a:cs typeface="Times New Roman" panose="02020603050405020304" pitchFamily="18" charset="0"/>
            </a:rPr>
            <a:t> Langdetect, Deep Translator.</a:t>
          </a:r>
          <a:endParaRPr lang="en-US" sz="27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3624698"/>
        <a:ext cx="10515600" cy="7245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975A21-DFBB-4623-A258-401442DB961E}">
      <dsp:nvSpPr>
        <dsp:cNvPr id="0" name=""/>
        <dsp:cNvSpPr/>
      </dsp:nvSpPr>
      <dsp:spPr>
        <a:xfrm>
          <a:off x="752566" y="688014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DC672B-CDA1-4D84-9E2A-6FBFA8DA66E9}">
      <dsp:nvSpPr>
        <dsp:cNvPr id="0" name=""/>
        <dsp:cNvSpPr/>
      </dsp:nvSpPr>
      <dsp:spPr>
        <a:xfrm>
          <a:off x="100682" y="2177290"/>
          <a:ext cx="2370489" cy="132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Keyword Dependency: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 Fails on synonyms (e.g., "affordable" vs. "cheap").</a:t>
          </a:r>
        </a:p>
      </dsp:txBody>
      <dsp:txXfrm>
        <a:off x="100682" y="2177290"/>
        <a:ext cx="2370489" cy="1327500"/>
      </dsp:txXfrm>
    </dsp:sp>
    <dsp:sp modelId="{BC8021A6-F951-49B6-A8C7-C22202968DAB}">
      <dsp:nvSpPr>
        <dsp:cNvPr id="0" name=""/>
        <dsp:cNvSpPr/>
      </dsp:nvSpPr>
      <dsp:spPr>
        <a:xfrm>
          <a:off x="3537891" y="688014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FD3676-4AC2-412A-931F-82B4C75F185E}">
      <dsp:nvSpPr>
        <dsp:cNvPr id="0" name=""/>
        <dsp:cNvSpPr/>
      </dsp:nvSpPr>
      <dsp:spPr>
        <a:xfrm>
          <a:off x="2886007" y="2177290"/>
          <a:ext cx="2370489" cy="132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No Visual Search: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 Cannot find products by image similarity.</a:t>
          </a:r>
        </a:p>
      </dsp:txBody>
      <dsp:txXfrm>
        <a:off x="2886007" y="2177290"/>
        <a:ext cx="2370489" cy="1327500"/>
      </dsp:txXfrm>
    </dsp:sp>
    <dsp:sp modelId="{942A9332-1D22-4858-A8DA-5D1AF35B7B39}">
      <dsp:nvSpPr>
        <dsp:cNvPr id="0" name=""/>
        <dsp:cNvSpPr/>
      </dsp:nvSpPr>
      <dsp:spPr>
        <a:xfrm>
          <a:off x="6323216" y="688014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785414-209E-42F9-8B28-6EFE63439825}">
      <dsp:nvSpPr>
        <dsp:cNvPr id="0" name=""/>
        <dsp:cNvSpPr/>
      </dsp:nvSpPr>
      <dsp:spPr>
        <a:xfrm>
          <a:off x="5671332" y="2177290"/>
          <a:ext cx="2370489" cy="132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Poor Ranking: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 Results lack semantic relevance.</a:t>
          </a:r>
        </a:p>
      </dsp:txBody>
      <dsp:txXfrm>
        <a:off x="5671332" y="2177290"/>
        <a:ext cx="2370489" cy="1327500"/>
      </dsp:txXfrm>
    </dsp:sp>
    <dsp:sp modelId="{9A844A57-DDB0-4AD6-A2B0-CD084FAA999B}">
      <dsp:nvSpPr>
        <dsp:cNvPr id="0" name=""/>
        <dsp:cNvSpPr/>
      </dsp:nvSpPr>
      <dsp:spPr>
        <a:xfrm>
          <a:off x="9108541" y="688014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3EE5D2-A325-49A6-95EF-79608B5002D8}">
      <dsp:nvSpPr>
        <dsp:cNvPr id="0" name=""/>
        <dsp:cNvSpPr/>
      </dsp:nvSpPr>
      <dsp:spPr>
        <a:xfrm>
          <a:off x="8456657" y="2177290"/>
          <a:ext cx="2370489" cy="132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No Explainability:</a:t>
          </a: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 Users don't know </a:t>
          </a:r>
          <a:r>
            <a:rPr lang="en-US" sz="2000" i="1" kern="1200">
              <a:latin typeface="Times New Roman" panose="02020603050405020304" pitchFamily="18" charset="0"/>
              <a:cs typeface="Times New Roman" panose="02020603050405020304" pitchFamily="18" charset="0"/>
            </a:rPr>
            <a:t>why</a:t>
          </a: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 a product was recommended.</a:t>
          </a:r>
        </a:p>
      </dsp:txBody>
      <dsp:txXfrm>
        <a:off x="8456657" y="2177290"/>
        <a:ext cx="2370489" cy="13275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A9D506-69F1-405D-B02D-7E2ECB990EF9}">
      <dsp:nvSpPr>
        <dsp:cNvPr id="0" name=""/>
        <dsp:cNvSpPr/>
      </dsp:nvSpPr>
      <dsp:spPr>
        <a:xfrm>
          <a:off x="0" y="3658"/>
          <a:ext cx="11193863" cy="77936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8257B2-156D-4715-B1D8-ED57508A23BB}">
      <dsp:nvSpPr>
        <dsp:cNvPr id="0" name=""/>
        <dsp:cNvSpPr/>
      </dsp:nvSpPr>
      <dsp:spPr>
        <a:xfrm>
          <a:off x="235758" y="179016"/>
          <a:ext cx="428650" cy="428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D102E0-3427-4460-BA91-A0641DD26869}">
      <dsp:nvSpPr>
        <dsp:cNvPr id="0" name=""/>
        <dsp:cNvSpPr/>
      </dsp:nvSpPr>
      <dsp:spPr>
        <a:xfrm>
          <a:off x="900166" y="3658"/>
          <a:ext cx="10293696" cy="7793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483" tIns="82483" rIns="82483" bIns="8248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Input Layer:</a:t>
          </a:r>
          <a:r>
            <a:rPr lang="en-IN" sz="1900" kern="1200">
              <a:latin typeface="Times New Roman" panose="02020603050405020304" pitchFamily="18" charset="0"/>
              <a:cs typeface="Times New Roman" panose="02020603050405020304" pitchFamily="18" charset="0"/>
            </a:rPr>
            <a:t> Text, Voice, Image, Multilingual.</a:t>
          </a:r>
          <a:endParaRPr lang="en-US" sz="1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00166" y="3658"/>
        <a:ext cx="10293696" cy="779365"/>
      </dsp:txXfrm>
    </dsp:sp>
    <dsp:sp modelId="{E9C86630-1B2C-4D2B-AABD-BDC17E803233}">
      <dsp:nvSpPr>
        <dsp:cNvPr id="0" name=""/>
        <dsp:cNvSpPr/>
      </dsp:nvSpPr>
      <dsp:spPr>
        <a:xfrm>
          <a:off x="0" y="977865"/>
          <a:ext cx="11193863" cy="77936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63AEA0-1621-4E06-A5F7-4E876A1A4395}">
      <dsp:nvSpPr>
        <dsp:cNvPr id="0" name=""/>
        <dsp:cNvSpPr/>
      </dsp:nvSpPr>
      <dsp:spPr>
        <a:xfrm>
          <a:off x="235758" y="1153222"/>
          <a:ext cx="428650" cy="428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2540F8-7CA0-42CE-8172-5EA0C55828C9}">
      <dsp:nvSpPr>
        <dsp:cNvPr id="0" name=""/>
        <dsp:cNvSpPr/>
      </dsp:nvSpPr>
      <dsp:spPr>
        <a:xfrm>
          <a:off x="900166" y="977865"/>
          <a:ext cx="10293696" cy="7793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483" tIns="82483" rIns="82483" bIns="8248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Processing Layer:</a:t>
          </a:r>
          <a:r>
            <a:rPr lang="en-IN" sz="1900" kern="1200">
              <a:latin typeface="Times New Roman" panose="02020603050405020304" pitchFamily="18" charset="0"/>
              <a:cs typeface="Times New Roman" panose="02020603050405020304" pitchFamily="18" charset="0"/>
            </a:rPr>
            <a:t> Sentence Transformers / OpenCLIP -&gt; FAISS Index.</a:t>
          </a:r>
          <a:endParaRPr lang="en-US" sz="1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00166" y="977865"/>
        <a:ext cx="10293696" cy="779365"/>
      </dsp:txXfrm>
    </dsp:sp>
    <dsp:sp modelId="{BA714B3E-F143-4AD6-BCE3-46ACC8895935}">
      <dsp:nvSpPr>
        <dsp:cNvPr id="0" name=""/>
        <dsp:cNvSpPr/>
      </dsp:nvSpPr>
      <dsp:spPr>
        <a:xfrm>
          <a:off x="0" y="1952072"/>
          <a:ext cx="11193863" cy="77936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B5C280-B8F7-4631-8900-13DF01F590E9}">
      <dsp:nvSpPr>
        <dsp:cNvPr id="0" name=""/>
        <dsp:cNvSpPr/>
      </dsp:nvSpPr>
      <dsp:spPr>
        <a:xfrm>
          <a:off x="235758" y="2127429"/>
          <a:ext cx="428650" cy="428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290319-05F5-4749-8A4D-7789C31B7FFE}">
      <dsp:nvSpPr>
        <dsp:cNvPr id="0" name=""/>
        <dsp:cNvSpPr/>
      </dsp:nvSpPr>
      <dsp:spPr>
        <a:xfrm>
          <a:off x="900166" y="1952072"/>
          <a:ext cx="10293696" cy="7793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483" tIns="82483" rIns="82483" bIns="8248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Ranking Layer:</a:t>
          </a:r>
          <a:r>
            <a:rPr lang="en-IN" sz="1900" kern="1200">
              <a:latin typeface="Times New Roman" panose="02020603050405020304" pitchFamily="18" charset="0"/>
              <a:cs typeface="Times New Roman" panose="02020603050405020304" pitchFamily="18" charset="0"/>
            </a:rPr>
            <a:t> Hybrid Scoring (Semantic + Keyword + Filters).</a:t>
          </a:r>
          <a:endParaRPr lang="en-US" sz="1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00166" y="1952072"/>
        <a:ext cx="10293696" cy="779365"/>
      </dsp:txXfrm>
    </dsp:sp>
    <dsp:sp modelId="{01CA9CE6-EDF1-4296-9EF1-7705216FA216}">
      <dsp:nvSpPr>
        <dsp:cNvPr id="0" name=""/>
        <dsp:cNvSpPr/>
      </dsp:nvSpPr>
      <dsp:spPr>
        <a:xfrm>
          <a:off x="0" y="2926279"/>
          <a:ext cx="11193863" cy="77936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CE7587-AC50-4FF0-AA3E-A12ED0855536}">
      <dsp:nvSpPr>
        <dsp:cNvPr id="0" name=""/>
        <dsp:cNvSpPr/>
      </dsp:nvSpPr>
      <dsp:spPr>
        <a:xfrm>
          <a:off x="235758" y="3101636"/>
          <a:ext cx="428650" cy="428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AF7A6F-7EF8-48D9-B8A9-0417497D94E4}">
      <dsp:nvSpPr>
        <dsp:cNvPr id="0" name=""/>
        <dsp:cNvSpPr/>
      </dsp:nvSpPr>
      <dsp:spPr>
        <a:xfrm>
          <a:off x="900166" y="2926279"/>
          <a:ext cx="10293696" cy="7793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483" tIns="82483" rIns="82483" bIns="8248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Generation Layer:</a:t>
          </a:r>
          <a:r>
            <a:rPr lang="en-IN" sz="1900" kern="1200">
              <a:latin typeface="Times New Roman" panose="02020603050405020304" pitchFamily="18" charset="0"/>
              <a:cs typeface="Times New Roman" panose="02020603050405020304" pitchFamily="18" charset="0"/>
            </a:rPr>
            <a:t> LLM (Phi-3) for Explanations.</a:t>
          </a:r>
          <a:endParaRPr lang="en-US" sz="1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00166" y="2926279"/>
        <a:ext cx="10293696" cy="779365"/>
      </dsp:txXfrm>
    </dsp:sp>
    <dsp:sp modelId="{EEE4D095-5E9A-4332-809D-ECA8E8C2E2B9}">
      <dsp:nvSpPr>
        <dsp:cNvPr id="0" name=""/>
        <dsp:cNvSpPr/>
      </dsp:nvSpPr>
      <dsp:spPr>
        <a:xfrm>
          <a:off x="0" y="3900485"/>
          <a:ext cx="11193863" cy="77936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1B93DC-24D8-4CEA-B91F-76E7DC24F79E}">
      <dsp:nvSpPr>
        <dsp:cNvPr id="0" name=""/>
        <dsp:cNvSpPr/>
      </dsp:nvSpPr>
      <dsp:spPr>
        <a:xfrm>
          <a:off x="235758" y="4075842"/>
          <a:ext cx="428650" cy="428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A3B5FB-CA6E-496B-8EF3-E8B616475D55}">
      <dsp:nvSpPr>
        <dsp:cNvPr id="0" name=""/>
        <dsp:cNvSpPr/>
      </dsp:nvSpPr>
      <dsp:spPr>
        <a:xfrm>
          <a:off x="900166" y="3900485"/>
          <a:ext cx="10293696" cy="7793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483" tIns="82483" rIns="82483" bIns="8248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Output Layer:</a:t>
          </a:r>
          <a:r>
            <a:rPr lang="en-IN" sz="1900" kern="1200">
              <a:latin typeface="Times New Roman" panose="02020603050405020304" pitchFamily="18" charset="0"/>
              <a:cs typeface="Times New Roman" panose="02020603050405020304" pitchFamily="18" charset="0"/>
            </a:rPr>
            <a:t> Ranked products with descriptions.</a:t>
          </a:r>
          <a:endParaRPr lang="en-US" sz="1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00166" y="3900485"/>
        <a:ext cx="10293696" cy="77936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24F8B3-2B61-48A1-B319-B84EDE98B8C3}">
      <dsp:nvSpPr>
        <dsp:cNvPr id="0" name=""/>
        <dsp:cNvSpPr/>
      </dsp:nvSpPr>
      <dsp:spPr>
        <a:xfrm>
          <a:off x="0" y="3533"/>
          <a:ext cx="11244647" cy="7525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687993-A0CD-458E-92A9-05EC9379BC71}">
      <dsp:nvSpPr>
        <dsp:cNvPr id="0" name=""/>
        <dsp:cNvSpPr/>
      </dsp:nvSpPr>
      <dsp:spPr>
        <a:xfrm>
          <a:off x="227656" y="172864"/>
          <a:ext cx="413921" cy="4139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5BBF3C-0D0C-4F2A-8ADD-EA781E1DEF85}">
      <dsp:nvSpPr>
        <dsp:cNvPr id="0" name=""/>
        <dsp:cNvSpPr/>
      </dsp:nvSpPr>
      <dsp:spPr>
        <a:xfrm>
          <a:off x="869234" y="3533"/>
          <a:ext cx="10375412" cy="752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648" tIns="79648" rIns="79648" bIns="7964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Source:</a:t>
          </a: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 Merged multiple public datasets (Fashion, Electronics).</a:t>
          </a:r>
        </a:p>
      </dsp:txBody>
      <dsp:txXfrm>
        <a:off x="869234" y="3533"/>
        <a:ext cx="10375412" cy="752584"/>
      </dsp:txXfrm>
    </dsp:sp>
    <dsp:sp modelId="{CD4A3B5B-DAF6-4186-83F5-4A41E97E9650}">
      <dsp:nvSpPr>
        <dsp:cNvPr id="0" name=""/>
        <dsp:cNvSpPr/>
      </dsp:nvSpPr>
      <dsp:spPr>
        <a:xfrm>
          <a:off x="0" y="944263"/>
          <a:ext cx="11244647" cy="7525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E62CD8-E7F2-451C-9C94-35A503CC5B7B}">
      <dsp:nvSpPr>
        <dsp:cNvPr id="0" name=""/>
        <dsp:cNvSpPr/>
      </dsp:nvSpPr>
      <dsp:spPr>
        <a:xfrm>
          <a:off x="227656" y="1113595"/>
          <a:ext cx="413921" cy="4139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1C1D03-ECF5-4A6C-84B2-2968A7C49CFC}">
      <dsp:nvSpPr>
        <dsp:cNvPr id="0" name=""/>
        <dsp:cNvSpPr/>
      </dsp:nvSpPr>
      <dsp:spPr>
        <a:xfrm>
          <a:off x="869234" y="944263"/>
          <a:ext cx="10375412" cy="752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648" tIns="79648" rIns="79648" bIns="7964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Size:</a:t>
          </a: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 Unified structured format.</a:t>
          </a:r>
        </a:p>
      </dsp:txBody>
      <dsp:txXfrm>
        <a:off x="869234" y="944263"/>
        <a:ext cx="10375412" cy="752584"/>
      </dsp:txXfrm>
    </dsp:sp>
    <dsp:sp modelId="{6244BD70-A4F6-4136-ADED-32440AAA8E95}">
      <dsp:nvSpPr>
        <dsp:cNvPr id="0" name=""/>
        <dsp:cNvSpPr/>
      </dsp:nvSpPr>
      <dsp:spPr>
        <a:xfrm>
          <a:off x="0" y="1884993"/>
          <a:ext cx="11244647" cy="7525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7FCA62-750D-4BF5-9BB6-89B7146181F1}">
      <dsp:nvSpPr>
        <dsp:cNvPr id="0" name=""/>
        <dsp:cNvSpPr/>
      </dsp:nvSpPr>
      <dsp:spPr>
        <a:xfrm>
          <a:off x="227656" y="2054325"/>
          <a:ext cx="413921" cy="4139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C249DF-A21B-4D5A-B3E3-B12336FF26AD}">
      <dsp:nvSpPr>
        <dsp:cNvPr id="0" name=""/>
        <dsp:cNvSpPr/>
      </dsp:nvSpPr>
      <dsp:spPr>
        <a:xfrm>
          <a:off x="869234" y="1884993"/>
          <a:ext cx="10375412" cy="752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648" tIns="79648" rIns="79648" bIns="7964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Key Attributes: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 Title, Description, Price, Category, Image Path.</a:t>
          </a:r>
        </a:p>
      </dsp:txBody>
      <dsp:txXfrm>
        <a:off x="869234" y="1884993"/>
        <a:ext cx="10375412" cy="752584"/>
      </dsp:txXfrm>
    </dsp:sp>
    <dsp:sp modelId="{03A5FC74-44AA-4B0D-9113-71DC265836E5}">
      <dsp:nvSpPr>
        <dsp:cNvPr id="0" name=""/>
        <dsp:cNvSpPr/>
      </dsp:nvSpPr>
      <dsp:spPr>
        <a:xfrm>
          <a:off x="0" y="2825724"/>
          <a:ext cx="11244647" cy="7525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D9B199-9BA7-4420-AE83-60AFEF986256}">
      <dsp:nvSpPr>
        <dsp:cNvPr id="0" name=""/>
        <dsp:cNvSpPr/>
      </dsp:nvSpPr>
      <dsp:spPr>
        <a:xfrm>
          <a:off x="227656" y="2995055"/>
          <a:ext cx="413921" cy="4139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F049ED-8A57-45DF-9CDA-4B32241174F6}">
      <dsp:nvSpPr>
        <dsp:cNvPr id="0" name=""/>
        <dsp:cNvSpPr/>
      </dsp:nvSpPr>
      <dsp:spPr>
        <a:xfrm>
          <a:off x="869234" y="2825724"/>
          <a:ext cx="10375412" cy="752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648" tIns="79648" rIns="79648" bIns="7964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Engineered Feature:</a:t>
          </a: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 search_text (Combined title+desc+tags for better embeddings).</a:t>
          </a:r>
        </a:p>
      </dsp:txBody>
      <dsp:txXfrm>
        <a:off x="869234" y="2825724"/>
        <a:ext cx="10375412" cy="752584"/>
      </dsp:txXfrm>
    </dsp:sp>
    <dsp:sp modelId="{5A73B48C-57B6-4C97-805B-F551CD489F89}">
      <dsp:nvSpPr>
        <dsp:cNvPr id="0" name=""/>
        <dsp:cNvSpPr/>
      </dsp:nvSpPr>
      <dsp:spPr>
        <a:xfrm>
          <a:off x="0" y="3766454"/>
          <a:ext cx="11244647" cy="7525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87E7FD-CA32-4F44-BC19-0F73D1D6C035}">
      <dsp:nvSpPr>
        <dsp:cNvPr id="0" name=""/>
        <dsp:cNvSpPr/>
      </dsp:nvSpPr>
      <dsp:spPr>
        <a:xfrm>
          <a:off x="227656" y="3935785"/>
          <a:ext cx="413921" cy="4139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4B69B1-7F7D-4637-B97B-38D37C54F4DC}">
      <dsp:nvSpPr>
        <dsp:cNvPr id="0" name=""/>
        <dsp:cNvSpPr/>
      </dsp:nvSpPr>
      <dsp:spPr>
        <a:xfrm>
          <a:off x="869234" y="3766454"/>
          <a:ext cx="10375412" cy="752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648" tIns="79648" rIns="79648" bIns="7964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Preprocessing:</a:t>
          </a: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 Cleaning, deduplication, standardization.</a:t>
          </a:r>
        </a:p>
      </dsp:txBody>
      <dsp:txXfrm>
        <a:off x="869234" y="3766454"/>
        <a:ext cx="10375412" cy="75258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534C75-DBD5-4D2F-A8ED-B45314B34C62}">
      <dsp:nvSpPr>
        <dsp:cNvPr id="0" name=""/>
        <dsp:cNvSpPr/>
      </dsp:nvSpPr>
      <dsp:spPr>
        <a:xfrm>
          <a:off x="0" y="374676"/>
          <a:ext cx="11495315" cy="1417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2164" tIns="520700" rIns="892164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Model: BAAI/bge-small-en-v1.5.</a:t>
          </a:r>
          <a:endParaRPr lang="en-US" sz="2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Output: 384/768-dim vectors capturing semantic meaning.</a:t>
          </a:r>
          <a:endParaRPr lang="en-US" sz="2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374676"/>
        <a:ext cx="11495315" cy="1417500"/>
      </dsp:txXfrm>
    </dsp:sp>
    <dsp:sp modelId="{FF883DAD-3FFD-4004-A893-473A21F74245}">
      <dsp:nvSpPr>
        <dsp:cNvPr id="0" name=""/>
        <dsp:cNvSpPr/>
      </dsp:nvSpPr>
      <dsp:spPr>
        <a:xfrm>
          <a:off x="574765" y="5676"/>
          <a:ext cx="8046720" cy="738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147" tIns="0" rIns="304147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Text Embeddings:</a:t>
          </a:r>
          <a:endParaRPr lang="en-US" sz="2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10791" y="41702"/>
        <a:ext cx="7974668" cy="665948"/>
      </dsp:txXfrm>
    </dsp:sp>
    <dsp:sp modelId="{E128C01C-ED4E-4C29-A838-5F90CF518731}">
      <dsp:nvSpPr>
        <dsp:cNvPr id="0" name=""/>
        <dsp:cNvSpPr/>
      </dsp:nvSpPr>
      <dsp:spPr>
        <a:xfrm>
          <a:off x="0" y="2296176"/>
          <a:ext cx="11495315" cy="1417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2164" tIns="520700" rIns="892164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Model: OpenCLIP (ViT-B/32).</a:t>
          </a:r>
          <a:endParaRPr lang="en-US" sz="2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Output: Visual feature vectors (color, shape, texture).</a:t>
          </a:r>
          <a:endParaRPr lang="en-US" sz="2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296176"/>
        <a:ext cx="11495315" cy="1417500"/>
      </dsp:txXfrm>
    </dsp:sp>
    <dsp:sp modelId="{0BD186A6-7ECA-49B4-88A6-8B98FA1AEAFA}">
      <dsp:nvSpPr>
        <dsp:cNvPr id="0" name=""/>
        <dsp:cNvSpPr/>
      </dsp:nvSpPr>
      <dsp:spPr>
        <a:xfrm>
          <a:off x="574765" y="1927176"/>
          <a:ext cx="8046720" cy="73800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147" tIns="0" rIns="304147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Image Embeddings:</a:t>
          </a:r>
          <a:endParaRPr lang="en-US" sz="2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10791" y="1963202"/>
        <a:ext cx="7974668" cy="665948"/>
      </dsp:txXfrm>
    </dsp:sp>
    <dsp:sp modelId="{7B16E2AC-83D6-4909-9192-B880CA79845F}">
      <dsp:nvSpPr>
        <dsp:cNvPr id="0" name=""/>
        <dsp:cNvSpPr/>
      </dsp:nvSpPr>
      <dsp:spPr>
        <a:xfrm>
          <a:off x="0" y="4217676"/>
          <a:ext cx="11495315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58217F-6CCE-4526-B7AD-E8A552BB5D4B}">
      <dsp:nvSpPr>
        <dsp:cNvPr id="0" name=""/>
        <dsp:cNvSpPr/>
      </dsp:nvSpPr>
      <dsp:spPr>
        <a:xfrm>
          <a:off x="574765" y="3848676"/>
          <a:ext cx="8046720" cy="73800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147" tIns="0" rIns="304147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Optimization:</a:t>
          </a:r>
          <a:r>
            <a:rPr lang="en-IN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 GPU acceleration reduced time from 5-6 hours to minutes.</a:t>
          </a:r>
          <a:endParaRPr lang="en-US" sz="2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10791" y="3884702"/>
        <a:ext cx="7974668" cy="66594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37FFF0-D40E-4D7D-A425-1DCDC1845E97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DD1552-F5F1-4BA5-A018-62C774A7E80F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944EF4-6A9D-4A6B-86BD-4170D1434AB2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Why FAISS?</a:t>
          </a: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 Enables Approximate Nearest </a:t>
          </a:r>
          <a:r>
            <a:rPr lang="en-IN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Neighbor</a:t>
          </a:r>
          <a:r>
            <a:rPr lang="en-IN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(ANN) search for millions of vectors in milliseconds.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57183" y="1805"/>
        <a:ext cx="9458416" cy="915310"/>
      </dsp:txXfrm>
    </dsp:sp>
    <dsp:sp modelId="{B4711FD5-537E-4A03-9837-65B3443D9289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5FA01D-544A-4364-A77A-EB73A874C2CD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9ADC27-1287-44F4-B1B4-1DB0AF433CAB}">
      <dsp:nvSpPr>
        <dsp:cNvPr id="0" name=""/>
        <dsp:cNvSpPr/>
      </dsp:nvSpPr>
      <dsp:spPr>
        <a:xfrm>
          <a:off x="1057183" y="1145944"/>
          <a:ext cx="4732020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Implementation:</a:t>
          </a: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57183" y="1145944"/>
        <a:ext cx="4732020" cy="915310"/>
      </dsp:txXfrm>
    </dsp:sp>
    <dsp:sp modelId="{91C4F261-A054-477D-B24E-2F8EF28410AE}">
      <dsp:nvSpPr>
        <dsp:cNvPr id="0" name=""/>
        <dsp:cNvSpPr/>
      </dsp:nvSpPr>
      <dsp:spPr>
        <a:xfrm>
          <a:off x="5789203" y="1145944"/>
          <a:ext cx="472639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Index 1:</a:t>
          </a:r>
          <a:r>
            <a:rPr lang="en-IN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 Text FAISS Index (Semantic search).</a:t>
          </a:r>
          <a:endParaRPr lang="en-US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Index 2:</a:t>
          </a:r>
          <a:r>
            <a:rPr lang="en-IN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 Image FAISS Index (Visual similarity).</a:t>
          </a:r>
          <a:endParaRPr lang="en-US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89203" y="1145944"/>
        <a:ext cx="4726396" cy="915310"/>
      </dsp:txXfrm>
    </dsp:sp>
    <dsp:sp modelId="{BEE0C46F-AEC0-4311-B5F6-109066E13203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82D51D-DF58-4D20-BCC6-ED22B24BB1FE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03B615-BBBE-48FE-B4B6-CE320174D246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Storage:</a:t>
          </a:r>
          <a:r>
            <a:rPr lang="en-IN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 Binary (.bin) files for persistence.</a:t>
          </a: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57183" y="2290082"/>
        <a:ext cx="9458416" cy="915310"/>
      </dsp:txXfrm>
    </dsp:sp>
    <dsp:sp modelId="{B5B2DA75-5173-43AA-8E34-D8B3103D6A10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A8AF05-0865-4BD3-AE6A-00F865CD2080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3993BD-40CA-419F-97B5-F42A9D7CF9C7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Mapping:</a:t>
          </a:r>
          <a:r>
            <a:rPr lang="en-IN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 Index positions mapped to Product IDs</a:t>
          </a: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57183" y="3434221"/>
        <a:ext cx="9458416" cy="91531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D0F701-BC01-4FDB-BC13-A032634F88DF}">
      <dsp:nvSpPr>
        <dsp:cNvPr id="0" name=""/>
        <dsp:cNvSpPr/>
      </dsp:nvSpPr>
      <dsp:spPr>
        <a:xfrm>
          <a:off x="0" y="3569039"/>
          <a:ext cx="10515600" cy="7808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Outcome:</a:t>
          </a:r>
          <a: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 Highly relevant and precisely matched results</a:t>
          </a:r>
          <a:r>
            <a:rPr lang="en-IN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3569039"/>
        <a:ext cx="10515600" cy="780818"/>
      </dsp:txXfrm>
    </dsp:sp>
    <dsp:sp modelId="{AB9535D5-C618-4AE4-BC3E-E6D4E72AAD24}">
      <dsp:nvSpPr>
        <dsp:cNvPr id="0" name=""/>
        <dsp:cNvSpPr/>
      </dsp:nvSpPr>
      <dsp:spPr>
        <a:xfrm rot="10800000">
          <a:off x="0" y="2379853"/>
          <a:ext cx="10515600" cy="1200899"/>
        </a:xfrm>
        <a:prstGeom prst="upArrowCallou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Process:</a:t>
          </a:r>
          <a:endParaRPr lang="en-US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10800000">
        <a:off x="0" y="2379853"/>
        <a:ext cx="10515600" cy="421515"/>
      </dsp:txXfrm>
    </dsp:sp>
    <dsp:sp modelId="{3033ABB8-53D8-4A30-9A1E-DCC2C5CA8111}">
      <dsp:nvSpPr>
        <dsp:cNvPr id="0" name=""/>
        <dsp:cNvSpPr/>
      </dsp:nvSpPr>
      <dsp:spPr>
        <a:xfrm>
          <a:off x="5134" y="2801368"/>
          <a:ext cx="3501776" cy="35906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Retrieve candidates via FAISS.</a:t>
          </a:r>
        </a:p>
      </dsp:txBody>
      <dsp:txXfrm>
        <a:off x="5134" y="2801368"/>
        <a:ext cx="3501776" cy="359068"/>
      </dsp:txXfrm>
    </dsp:sp>
    <dsp:sp modelId="{E6F442E3-4DD1-4BDC-9B64-4BB1C41715A1}">
      <dsp:nvSpPr>
        <dsp:cNvPr id="0" name=""/>
        <dsp:cNvSpPr/>
      </dsp:nvSpPr>
      <dsp:spPr>
        <a:xfrm>
          <a:off x="3506911" y="2801368"/>
          <a:ext cx="3501776" cy="359068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Re-rank using hybrid scoring.</a:t>
          </a:r>
        </a:p>
      </dsp:txBody>
      <dsp:txXfrm>
        <a:off x="3506911" y="2801368"/>
        <a:ext cx="3501776" cy="359068"/>
      </dsp:txXfrm>
    </dsp:sp>
    <dsp:sp modelId="{2EC445AC-1F69-4C3C-B1AC-6A19438A65B9}">
      <dsp:nvSpPr>
        <dsp:cNvPr id="0" name=""/>
        <dsp:cNvSpPr/>
      </dsp:nvSpPr>
      <dsp:spPr>
        <a:xfrm>
          <a:off x="7008688" y="2801368"/>
          <a:ext cx="3501776" cy="359068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Apply attribute filters (Price, Category).</a:t>
          </a:r>
        </a:p>
      </dsp:txBody>
      <dsp:txXfrm>
        <a:off x="7008688" y="2801368"/>
        <a:ext cx="3501776" cy="359068"/>
      </dsp:txXfrm>
    </dsp:sp>
    <dsp:sp modelId="{10425546-85BF-4EFE-B201-5781666C9CB0}">
      <dsp:nvSpPr>
        <dsp:cNvPr id="0" name=""/>
        <dsp:cNvSpPr/>
      </dsp:nvSpPr>
      <dsp:spPr>
        <a:xfrm rot="10800000">
          <a:off x="0" y="1190666"/>
          <a:ext cx="10515600" cy="1200899"/>
        </a:xfrm>
        <a:prstGeom prst="upArrowCallou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Formula:</a:t>
          </a:r>
          <a:b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Final Score = (w1 * Semantic Similarity) + (w2 * Keyword Boost)</a:t>
          </a:r>
        </a:p>
      </dsp:txBody>
      <dsp:txXfrm rot="10800000">
        <a:off x="0" y="1190666"/>
        <a:ext cx="10515600" cy="780308"/>
      </dsp:txXfrm>
    </dsp:sp>
    <dsp:sp modelId="{860A691B-6F5F-42DD-A5A5-63308D98618D}">
      <dsp:nvSpPr>
        <dsp:cNvPr id="0" name=""/>
        <dsp:cNvSpPr/>
      </dsp:nvSpPr>
      <dsp:spPr>
        <a:xfrm rot="10800000">
          <a:off x="0" y="1479"/>
          <a:ext cx="10515600" cy="1200899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Limitation of Single Method:</a:t>
          </a:r>
          <a: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 Semantic search might miss exact keywords.</a:t>
          </a:r>
        </a:p>
      </dsp:txBody>
      <dsp:txXfrm rot="10800000">
        <a:off x="0" y="1479"/>
        <a:ext cx="10515600" cy="78030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97653E-85D8-4C88-90B6-25DBADADF4D1}">
      <dsp:nvSpPr>
        <dsp:cNvPr id="0" name=""/>
        <dsp:cNvSpPr/>
      </dsp:nvSpPr>
      <dsp:spPr>
        <a:xfrm>
          <a:off x="0" y="4143"/>
          <a:ext cx="11216834" cy="96440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28606C-9617-46CF-B68D-8C943A76DCC9}">
      <dsp:nvSpPr>
        <dsp:cNvPr id="0" name=""/>
        <dsp:cNvSpPr/>
      </dsp:nvSpPr>
      <dsp:spPr>
        <a:xfrm>
          <a:off x="291732" y="221135"/>
          <a:ext cx="530423" cy="5304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E9F4E0-66B9-497F-887C-BA8B45988301}">
      <dsp:nvSpPr>
        <dsp:cNvPr id="0" name=""/>
        <dsp:cNvSpPr/>
      </dsp:nvSpPr>
      <dsp:spPr>
        <a:xfrm>
          <a:off x="1113888" y="4143"/>
          <a:ext cx="10101856" cy="964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066" tIns="102066" rIns="102066" bIns="102066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Problem:</a:t>
          </a: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 LLMs hallucinate.</a:t>
          </a:r>
        </a:p>
      </dsp:txBody>
      <dsp:txXfrm>
        <a:off x="1113888" y="4143"/>
        <a:ext cx="10101856" cy="964406"/>
      </dsp:txXfrm>
    </dsp:sp>
    <dsp:sp modelId="{D5EB0DF2-C108-426B-9E84-C1C9D0BD5E18}">
      <dsp:nvSpPr>
        <dsp:cNvPr id="0" name=""/>
        <dsp:cNvSpPr/>
      </dsp:nvSpPr>
      <dsp:spPr>
        <a:xfrm>
          <a:off x="0" y="1209651"/>
          <a:ext cx="11216834" cy="96440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E4D6DB-EFBD-4A30-9209-171B1599F88A}">
      <dsp:nvSpPr>
        <dsp:cNvPr id="0" name=""/>
        <dsp:cNvSpPr/>
      </dsp:nvSpPr>
      <dsp:spPr>
        <a:xfrm>
          <a:off x="291732" y="1426642"/>
          <a:ext cx="530423" cy="5304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C0E5CE-7E23-440E-A46D-2EA8B5177EAF}">
      <dsp:nvSpPr>
        <dsp:cNvPr id="0" name=""/>
        <dsp:cNvSpPr/>
      </dsp:nvSpPr>
      <dsp:spPr>
        <a:xfrm>
          <a:off x="1113888" y="1209651"/>
          <a:ext cx="10101856" cy="964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066" tIns="102066" rIns="102066" bIns="102066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Solution:</a:t>
          </a: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 Retrieval-Augmented Generation (RAG) approach.</a:t>
          </a:r>
        </a:p>
      </dsp:txBody>
      <dsp:txXfrm>
        <a:off x="1113888" y="1209651"/>
        <a:ext cx="10101856" cy="964406"/>
      </dsp:txXfrm>
    </dsp:sp>
    <dsp:sp modelId="{DE5F18C2-310D-4E0D-BDF3-8EAC5EB055B8}">
      <dsp:nvSpPr>
        <dsp:cNvPr id="0" name=""/>
        <dsp:cNvSpPr/>
      </dsp:nvSpPr>
      <dsp:spPr>
        <a:xfrm>
          <a:off x="0" y="2415158"/>
          <a:ext cx="11216834" cy="96440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C4EE49-2F83-4E9A-BCCF-4DE3E200A9C3}">
      <dsp:nvSpPr>
        <dsp:cNvPr id="0" name=""/>
        <dsp:cNvSpPr/>
      </dsp:nvSpPr>
      <dsp:spPr>
        <a:xfrm>
          <a:off x="291732" y="2632150"/>
          <a:ext cx="530423" cy="5304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2E1E95-BC38-4F30-8411-4B463C21AB51}">
      <dsp:nvSpPr>
        <dsp:cNvPr id="0" name=""/>
        <dsp:cNvSpPr/>
      </dsp:nvSpPr>
      <dsp:spPr>
        <a:xfrm>
          <a:off x="1113888" y="2415158"/>
          <a:ext cx="5047575" cy="964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066" tIns="102066" rIns="102066" bIns="102066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Workflow:</a:t>
          </a: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113888" y="2415158"/>
        <a:ext cx="5047575" cy="964406"/>
      </dsp:txXfrm>
    </dsp:sp>
    <dsp:sp modelId="{75980740-F45E-47AF-A44A-B311D4A74E38}">
      <dsp:nvSpPr>
        <dsp:cNvPr id="0" name=""/>
        <dsp:cNvSpPr/>
      </dsp:nvSpPr>
      <dsp:spPr>
        <a:xfrm>
          <a:off x="6161464" y="2415158"/>
          <a:ext cx="5054280" cy="964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066" tIns="102066" rIns="102066" bIns="10206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1. Retrieve product data (FAISS).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2. Feed data as context to LLM (Phi-3).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3. Generate factual, concise explanation.</a:t>
          </a:r>
        </a:p>
      </dsp:txBody>
      <dsp:txXfrm>
        <a:off x="6161464" y="2415158"/>
        <a:ext cx="5054280" cy="964406"/>
      </dsp:txXfrm>
    </dsp:sp>
    <dsp:sp modelId="{3463FCD4-357D-4620-BE31-2A2145F241FD}">
      <dsp:nvSpPr>
        <dsp:cNvPr id="0" name=""/>
        <dsp:cNvSpPr/>
      </dsp:nvSpPr>
      <dsp:spPr>
        <a:xfrm>
          <a:off x="0" y="3620666"/>
          <a:ext cx="11216834" cy="96440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63A61A-6153-4EC0-BD7D-8E5C3CC774DE}">
      <dsp:nvSpPr>
        <dsp:cNvPr id="0" name=""/>
        <dsp:cNvSpPr/>
      </dsp:nvSpPr>
      <dsp:spPr>
        <a:xfrm>
          <a:off x="291732" y="3837657"/>
          <a:ext cx="530423" cy="5304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A181EB-D69D-41A6-B379-C1B64E425168}">
      <dsp:nvSpPr>
        <dsp:cNvPr id="0" name=""/>
        <dsp:cNvSpPr/>
      </dsp:nvSpPr>
      <dsp:spPr>
        <a:xfrm>
          <a:off x="1113888" y="3620666"/>
          <a:ext cx="10101856" cy="964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066" tIns="102066" rIns="102066" bIns="102066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Example:</a:t>
          </a: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 "This product is recommended because it matches your query for 'red shoes' and has a 4.8 rating."</a:t>
          </a:r>
        </a:p>
      </dsp:txBody>
      <dsp:txXfrm>
        <a:off x="1113888" y="3620666"/>
        <a:ext cx="10101856" cy="96440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0ADD21-2D50-4956-8134-966027773F6D}">
      <dsp:nvSpPr>
        <dsp:cNvPr id="0" name=""/>
        <dsp:cNvSpPr/>
      </dsp:nvSpPr>
      <dsp:spPr>
        <a:xfrm>
          <a:off x="0" y="394678"/>
          <a:ext cx="11122564" cy="211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3235" tIns="499872" rIns="863235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Detect language (Langdetect).</a:t>
          </a: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Translate to English (GoogleTranslator).</a:t>
          </a: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Process query normally.</a:t>
          </a: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i="1" kern="1200">
              <a:latin typeface="Times New Roman" panose="02020603050405020304" pitchFamily="18" charset="0"/>
              <a:cs typeface="Times New Roman" panose="02020603050405020304" pitchFamily="18" charset="0"/>
            </a:rPr>
            <a:t>Supported:</a:t>
          </a:r>
          <a:r>
            <a:rPr lang="en-IN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 Hindi, Tamil, Telugu, etc.</a:t>
          </a: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394678"/>
        <a:ext cx="11122564" cy="2116800"/>
      </dsp:txXfrm>
    </dsp:sp>
    <dsp:sp modelId="{7B99D6B2-18FF-4A45-BC3D-2DA5BFE4B868}">
      <dsp:nvSpPr>
        <dsp:cNvPr id="0" name=""/>
        <dsp:cNvSpPr/>
      </dsp:nvSpPr>
      <dsp:spPr>
        <a:xfrm>
          <a:off x="556128" y="40438"/>
          <a:ext cx="7785794" cy="7084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4285" tIns="0" rIns="29428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Multilingual: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0713" y="75023"/>
        <a:ext cx="7716624" cy="639310"/>
      </dsp:txXfrm>
    </dsp:sp>
    <dsp:sp modelId="{72D311E3-B6C5-4763-9986-A09A0F6A1AD1}">
      <dsp:nvSpPr>
        <dsp:cNvPr id="0" name=""/>
        <dsp:cNvSpPr/>
      </dsp:nvSpPr>
      <dsp:spPr>
        <a:xfrm>
          <a:off x="0" y="2995317"/>
          <a:ext cx="11122564" cy="136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3235" tIns="499872" rIns="863235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Browser Speech Recognition API.</a:t>
          </a: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Convert speech -&gt; text -&gt; search.</a:t>
          </a: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995317"/>
        <a:ext cx="11122564" cy="1360800"/>
      </dsp:txXfrm>
    </dsp:sp>
    <dsp:sp modelId="{7EC81A39-7A21-42A3-9342-013BD1AD23D8}">
      <dsp:nvSpPr>
        <dsp:cNvPr id="0" name=""/>
        <dsp:cNvSpPr/>
      </dsp:nvSpPr>
      <dsp:spPr>
        <a:xfrm>
          <a:off x="556128" y="2641077"/>
          <a:ext cx="7785794" cy="70848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4285" tIns="0" rIns="29428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Voice Search:</a:t>
          </a: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0713" y="2675662"/>
        <a:ext cx="7716624" cy="63931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999109-2491-4FA8-9070-2BAB0012D178}">
      <dsp:nvSpPr>
        <dsp:cNvPr id="0" name=""/>
        <dsp:cNvSpPr/>
      </dsp:nvSpPr>
      <dsp:spPr>
        <a:xfrm>
          <a:off x="0" y="354456"/>
          <a:ext cx="11475217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4F8A6E-65F8-4C42-9F2E-574B44533A14}">
      <dsp:nvSpPr>
        <dsp:cNvPr id="0" name=""/>
        <dsp:cNvSpPr/>
      </dsp:nvSpPr>
      <dsp:spPr>
        <a:xfrm>
          <a:off x="573760" y="59256"/>
          <a:ext cx="8032651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3615" tIns="0" rIns="30361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Framework:</a:t>
          </a:r>
          <a:r>
            <a:rPr lang="en-IN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 FastAPI (Async, high-performance).</a:t>
          </a: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02581" y="88077"/>
        <a:ext cx="7975009" cy="532758"/>
      </dsp:txXfrm>
    </dsp:sp>
    <dsp:sp modelId="{4DDA2D5F-15BB-410B-99FE-FE7124125EDB}">
      <dsp:nvSpPr>
        <dsp:cNvPr id="0" name=""/>
        <dsp:cNvSpPr/>
      </dsp:nvSpPr>
      <dsp:spPr>
        <a:xfrm>
          <a:off x="0" y="1261657"/>
          <a:ext cx="11475217" cy="1449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0604" tIns="416560" rIns="890604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GET /search?query= -&gt; Text search.</a:t>
          </a: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POST /image-search -&gt; Image upload search.</a:t>
          </a: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GET /chat?msg= -&gt; Chatbot response.</a:t>
          </a: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261657"/>
        <a:ext cx="11475217" cy="1449000"/>
      </dsp:txXfrm>
    </dsp:sp>
    <dsp:sp modelId="{85F34C12-D243-4CAB-BDC2-5E9E61C2C651}">
      <dsp:nvSpPr>
        <dsp:cNvPr id="0" name=""/>
        <dsp:cNvSpPr/>
      </dsp:nvSpPr>
      <dsp:spPr>
        <a:xfrm>
          <a:off x="573760" y="966457"/>
          <a:ext cx="8032651" cy="5904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3615" tIns="0" rIns="30361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Key Endpoints:</a:t>
          </a: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02581" y="995278"/>
        <a:ext cx="7975009" cy="532758"/>
      </dsp:txXfrm>
    </dsp:sp>
    <dsp:sp modelId="{D93BC74E-2D6C-4F2D-9558-83202D74E52E}">
      <dsp:nvSpPr>
        <dsp:cNvPr id="0" name=""/>
        <dsp:cNvSpPr/>
      </dsp:nvSpPr>
      <dsp:spPr>
        <a:xfrm>
          <a:off x="0" y="3113857"/>
          <a:ext cx="11475217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1CCEA9-B9B0-49B7-B667-D923305D1663}">
      <dsp:nvSpPr>
        <dsp:cNvPr id="0" name=""/>
        <dsp:cNvSpPr/>
      </dsp:nvSpPr>
      <dsp:spPr>
        <a:xfrm>
          <a:off x="573760" y="2818657"/>
          <a:ext cx="8032651" cy="5904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3615" tIns="0" rIns="30361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Middleware:</a:t>
          </a:r>
          <a:r>
            <a:rPr lang="en-IN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 CORS for frontend-backend communication.</a:t>
          </a: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02581" y="2847478"/>
        <a:ext cx="7975009" cy="532758"/>
      </dsp:txXfrm>
    </dsp:sp>
    <dsp:sp modelId="{A335D001-7C5F-492A-8E9A-803243BC6668}">
      <dsp:nvSpPr>
        <dsp:cNvPr id="0" name=""/>
        <dsp:cNvSpPr/>
      </dsp:nvSpPr>
      <dsp:spPr>
        <a:xfrm>
          <a:off x="0" y="4021057"/>
          <a:ext cx="11475217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27635C-FFC6-4956-AA35-9AF716C5D719}">
      <dsp:nvSpPr>
        <dsp:cNvPr id="0" name=""/>
        <dsp:cNvSpPr/>
      </dsp:nvSpPr>
      <dsp:spPr>
        <a:xfrm>
          <a:off x="573760" y="3725857"/>
          <a:ext cx="8032651" cy="590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3615" tIns="0" rIns="30361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Response:</a:t>
          </a:r>
          <a:r>
            <a:rPr lang="en-IN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 JSON containing products, scores, and explanations.</a:t>
          </a: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02581" y="3754678"/>
        <a:ext cx="7975009" cy="532758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667B27-D628-4C01-8FAD-B176709C0E55}">
      <dsp:nvSpPr>
        <dsp:cNvPr id="0" name=""/>
        <dsp:cNvSpPr/>
      </dsp:nvSpPr>
      <dsp:spPr>
        <a:xfrm>
          <a:off x="0" y="361657"/>
          <a:ext cx="1151541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9686A0-5995-4B7C-B86E-A445B7C60DE0}">
      <dsp:nvSpPr>
        <dsp:cNvPr id="0" name=""/>
        <dsp:cNvSpPr/>
      </dsp:nvSpPr>
      <dsp:spPr>
        <a:xfrm>
          <a:off x="575770" y="36937"/>
          <a:ext cx="8060787" cy="6494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679" tIns="0" rIns="304679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Technologies:</a:t>
          </a:r>
          <a:r>
            <a:rPr lang="en-IN" sz="2800" kern="1200">
              <a:latin typeface="Times New Roman" panose="02020603050405020304" pitchFamily="18" charset="0"/>
              <a:cs typeface="Times New Roman" panose="02020603050405020304" pitchFamily="18" charset="0"/>
            </a:rPr>
            <a:t> HTML5, CSS3, JavaScript.</a:t>
          </a:r>
          <a:endParaRPr lang="en-US" sz="2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07473" y="68640"/>
        <a:ext cx="7997381" cy="586034"/>
      </dsp:txXfrm>
    </dsp:sp>
    <dsp:sp modelId="{9DFE5899-EFB4-436A-ACDB-E9491743F5D1}">
      <dsp:nvSpPr>
        <dsp:cNvPr id="0" name=""/>
        <dsp:cNvSpPr/>
      </dsp:nvSpPr>
      <dsp:spPr>
        <a:xfrm>
          <a:off x="0" y="1359577"/>
          <a:ext cx="11515410" cy="3187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3724" tIns="458216" rIns="893724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800" kern="1200">
              <a:latin typeface="Times New Roman" panose="02020603050405020304" pitchFamily="18" charset="0"/>
              <a:cs typeface="Times New Roman" panose="02020603050405020304" pitchFamily="18" charset="0"/>
            </a:rPr>
            <a:t>Semantic search bar.</a:t>
          </a:r>
          <a:endParaRPr lang="en-US" sz="2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800" kern="1200">
              <a:latin typeface="Times New Roman" panose="02020603050405020304" pitchFamily="18" charset="0"/>
              <a:cs typeface="Times New Roman" panose="02020603050405020304" pitchFamily="18" charset="0"/>
            </a:rPr>
            <a:t>Image upload widget.</a:t>
          </a:r>
          <a:endParaRPr lang="en-US" sz="2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800" kern="1200">
              <a:latin typeface="Times New Roman" panose="02020603050405020304" pitchFamily="18" charset="0"/>
              <a:cs typeface="Times New Roman" panose="02020603050405020304" pitchFamily="18" charset="0"/>
            </a:rPr>
            <a:t>Voice input button.</a:t>
          </a:r>
          <a:endParaRPr lang="en-US" sz="2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800" kern="1200">
              <a:latin typeface="Times New Roman" panose="02020603050405020304" pitchFamily="18" charset="0"/>
              <a:cs typeface="Times New Roman" panose="02020603050405020304" pitchFamily="18" charset="0"/>
            </a:rPr>
            <a:t>Dark mode toggle.</a:t>
          </a:r>
          <a:endParaRPr lang="en-US" sz="2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800" kern="1200">
              <a:latin typeface="Times New Roman" panose="02020603050405020304" pitchFamily="18" charset="0"/>
              <a:cs typeface="Times New Roman" panose="02020603050405020304" pitchFamily="18" charset="0"/>
            </a:rPr>
            <a:t>Shopping cart.</a:t>
          </a:r>
          <a:endParaRPr lang="en-US" sz="2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800" kern="1200">
              <a:latin typeface="Times New Roman" panose="02020603050405020304" pitchFamily="18" charset="0"/>
              <a:cs typeface="Times New Roman" panose="02020603050405020304" pitchFamily="18" charset="0"/>
            </a:rPr>
            <a:t>Chatbot assistant.</a:t>
          </a:r>
          <a:endParaRPr lang="en-US" sz="2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359577"/>
        <a:ext cx="11515410" cy="3187800"/>
      </dsp:txXfrm>
    </dsp:sp>
    <dsp:sp modelId="{876FD62F-42E2-417E-9B03-7240B4B61DFE}">
      <dsp:nvSpPr>
        <dsp:cNvPr id="0" name=""/>
        <dsp:cNvSpPr/>
      </dsp:nvSpPr>
      <dsp:spPr>
        <a:xfrm>
          <a:off x="575770" y="1034857"/>
          <a:ext cx="8060787" cy="6494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679" tIns="0" rIns="304679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Key Features:</a:t>
          </a:r>
          <a:endParaRPr lang="en-US" sz="2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07473" y="1066560"/>
        <a:ext cx="7997381" cy="58603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AB5390-4F1A-4001-AB4C-1DEF094D3220}">
      <dsp:nvSpPr>
        <dsp:cNvPr id="0" name=""/>
        <dsp:cNvSpPr/>
      </dsp:nvSpPr>
      <dsp:spPr>
        <a:xfrm>
          <a:off x="0" y="0"/>
          <a:ext cx="8954321" cy="8564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Functional Testing:</a:t>
          </a:r>
          <a:r>
            <a:rPr lang="en-IN" sz="2300" kern="1200">
              <a:latin typeface="Times New Roman" panose="02020603050405020304" pitchFamily="18" charset="0"/>
              <a:cs typeface="Times New Roman" panose="02020603050405020304" pitchFamily="18" charset="0"/>
            </a:rPr>
            <a:t> Validated text, image, voice, multilingual search.</a:t>
          </a:r>
          <a:endParaRPr lang="en-US" sz="23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086" y="25086"/>
        <a:ext cx="7957723" cy="806322"/>
      </dsp:txXfrm>
    </dsp:sp>
    <dsp:sp modelId="{86F6B655-DE33-48D6-8E1C-2680E76EDF03}">
      <dsp:nvSpPr>
        <dsp:cNvPr id="0" name=""/>
        <dsp:cNvSpPr/>
      </dsp:nvSpPr>
      <dsp:spPr>
        <a:xfrm>
          <a:off x="749924" y="1012220"/>
          <a:ext cx="8954321" cy="85649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Accuracy Testing:</a:t>
          </a:r>
          <a:r>
            <a:rPr lang="en-IN" sz="2300" kern="1200">
              <a:latin typeface="Times New Roman" panose="02020603050405020304" pitchFamily="18" charset="0"/>
              <a:cs typeface="Times New Roman" panose="02020603050405020304" pitchFamily="18" charset="0"/>
            </a:rPr>
            <a:t> Used Precision@K metric.</a:t>
          </a:r>
          <a:endParaRPr lang="en-US" sz="23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75010" y="1037306"/>
        <a:ext cx="7597503" cy="806322"/>
      </dsp:txXfrm>
    </dsp:sp>
    <dsp:sp modelId="{8C3627AF-C003-4F31-92C9-C060DC23F43B}">
      <dsp:nvSpPr>
        <dsp:cNvPr id="0" name=""/>
        <dsp:cNvSpPr/>
      </dsp:nvSpPr>
      <dsp:spPr>
        <a:xfrm>
          <a:off x="1488655" y="2024441"/>
          <a:ext cx="8954321" cy="8564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Performance Testing:</a:t>
          </a:r>
          <a:r>
            <a:rPr lang="en-IN" sz="2300" kern="1200">
              <a:latin typeface="Times New Roman" panose="02020603050405020304" pitchFamily="18" charset="0"/>
              <a:cs typeface="Times New Roman" panose="02020603050405020304" pitchFamily="18" charset="0"/>
            </a:rPr>
            <a:t> Measured embedding generation &amp; retrieval latency.</a:t>
          </a:r>
          <a:endParaRPr lang="en-US" sz="23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513741" y="2049527"/>
        <a:ext cx="7608696" cy="806322"/>
      </dsp:txXfrm>
    </dsp:sp>
    <dsp:sp modelId="{90558DEC-C443-4BB1-9EF5-3AF996B58781}">
      <dsp:nvSpPr>
        <dsp:cNvPr id="0" name=""/>
        <dsp:cNvSpPr/>
      </dsp:nvSpPr>
      <dsp:spPr>
        <a:xfrm>
          <a:off x="2238580" y="3036661"/>
          <a:ext cx="8954321" cy="85649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Edge Case Testing:</a:t>
          </a:r>
          <a:r>
            <a:rPr lang="en-IN" sz="2300" kern="1200">
              <a:latin typeface="Times New Roman" panose="02020603050405020304" pitchFamily="18" charset="0"/>
              <a:cs typeface="Times New Roman" panose="02020603050405020304" pitchFamily="18" charset="0"/>
            </a:rPr>
            <a:t> Empty queries, invalid images, missing data.</a:t>
          </a:r>
          <a:endParaRPr lang="en-US" sz="23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63666" y="3061747"/>
        <a:ext cx="7597503" cy="806322"/>
      </dsp:txXfrm>
    </dsp:sp>
    <dsp:sp modelId="{C4CF56EB-6350-424C-8C65-AC73CD629A57}">
      <dsp:nvSpPr>
        <dsp:cNvPr id="0" name=""/>
        <dsp:cNvSpPr/>
      </dsp:nvSpPr>
      <dsp:spPr>
        <a:xfrm>
          <a:off x="8397600" y="655996"/>
          <a:ext cx="556721" cy="55672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522862" y="655996"/>
        <a:ext cx="306197" cy="418933"/>
      </dsp:txXfrm>
    </dsp:sp>
    <dsp:sp modelId="{991AEF0F-5F29-431D-B47A-005A1E8FA9D1}">
      <dsp:nvSpPr>
        <dsp:cNvPr id="0" name=""/>
        <dsp:cNvSpPr/>
      </dsp:nvSpPr>
      <dsp:spPr>
        <a:xfrm>
          <a:off x="9147524" y="1668217"/>
          <a:ext cx="556721" cy="55672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272786" y="1668217"/>
        <a:ext cx="306197" cy="418933"/>
      </dsp:txXfrm>
    </dsp:sp>
    <dsp:sp modelId="{0438829C-4F09-4877-84D3-421409EC5C4B}">
      <dsp:nvSpPr>
        <dsp:cNvPr id="0" name=""/>
        <dsp:cNvSpPr/>
      </dsp:nvSpPr>
      <dsp:spPr>
        <a:xfrm>
          <a:off x="9886256" y="2680437"/>
          <a:ext cx="556721" cy="55672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011518" y="2680437"/>
        <a:ext cx="306197" cy="418933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E14B80-AB17-429C-9F7E-040E047CB7E4}">
      <dsp:nvSpPr>
        <dsp:cNvPr id="0" name=""/>
        <dsp:cNvSpPr/>
      </dsp:nvSpPr>
      <dsp:spPr>
        <a:xfrm>
          <a:off x="52095" y="411739"/>
          <a:ext cx="1490751" cy="149075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9E9806-0848-4A65-B953-6DD0806D441A}">
      <dsp:nvSpPr>
        <dsp:cNvPr id="0" name=""/>
        <dsp:cNvSpPr/>
      </dsp:nvSpPr>
      <dsp:spPr>
        <a:xfrm>
          <a:off x="365153" y="724796"/>
          <a:ext cx="864635" cy="8646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1FE8CE-D0B4-4733-B22E-16F6CD96797C}">
      <dsp:nvSpPr>
        <dsp:cNvPr id="0" name=""/>
        <dsp:cNvSpPr/>
      </dsp:nvSpPr>
      <dsp:spPr>
        <a:xfrm>
          <a:off x="1862293" y="411739"/>
          <a:ext cx="3513913" cy="1490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Function:</a:t>
          </a: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 Integrated shopping assistant.</a:t>
          </a:r>
        </a:p>
      </dsp:txBody>
      <dsp:txXfrm>
        <a:off x="1862293" y="411739"/>
        <a:ext cx="3513913" cy="1490751"/>
      </dsp:txXfrm>
    </dsp:sp>
    <dsp:sp modelId="{2E61E47F-0D30-442B-ABB5-91B88944E861}">
      <dsp:nvSpPr>
        <dsp:cNvPr id="0" name=""/>
        <dsp:cNvSpPr/>
      </dsp:nvSpPr>
      <dsp:spPr>
        <a:xfrm>
          <a:off x="5988479" y="411739"/>
          <a:ext cx="1490751" cy="149075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A6E04D-60E5-4244-805B-48CBD2994CE8}">
      <dsp:nvSpPr>
        <dsp:cNvPr id="0" name=""/>
        <dsp:cNvSpPr/>
      </dsp:nvSpPr>
      <dsp:spPr>
        <a:xfrm>
          <a:off x="6301537" y="724796"/>
          <a:ext cx="864635" cy="8646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ECE6D3-DB91-4214-987A-0B6A9D54BE05}">
      <dsp:nvSpPr>
        <dsp:cNvPr id="0" name=""/>
        <dsp:cNvSpPr/>
      </dsp:nvSpPr>
      <dsp:spPr>
        <a:xfrm>
          <a:off x="7798677" y="411739"/>
          <a:ext cx="3513913" cy="1490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Query:</a:t>
          </a: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 "What should I check before buying a laptop?"</a:t>
          </a:r>
        </a:p>
      </dsp:txBody>
      <dsp:txXfrm>
        <a:off x="7798677" y="411739"/>
        <a:ext cx="3513913" cy="1490751"/>
      </dsp:txXfrm>
    </dsp:sp>
    <dsp:sp modelId="{2260CE06-61D6-4E42-AA6E-6866DC58588E}">
      <dsp:nvSpPr>
        <dsp:cNvPr id="0" name=""/>
        <dsp:cNvSpPr/>
      </dsp:nvSpPr>
      <dsp:spPr>
        <a:xfrm>
          <a:off x="52095" y="2681823"/>
          <a:ext cx="1490751" cy="149075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514CDC-DECB-4DB9-99E7-E7ACA60E11D7}">
      <dsp:nvSpPr>
        <dsp:cNvPr id="0" name=""/>
        <dsp:cNvSpPr/>
      </dsp:nvSpPr>
      <dsp:spPr>
        <a:xfrm>
          <a:off x="365153" y="2994881"/>
          <a:ext cx="864635" cy="8646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5DFF32-F785-4DB4-B559-35A56EB398B8}">
      <dsp:nvSpPr>
        <dsp:cNvPr id="0" name=""/>
        <dsp:cNvSpPr/>
      </dsp:nvSpPr>
      <dsp:spPr>
        <a:xfrm>
          <a:off x="1862293" y="2681823"/>
          <a:ext cx="3513913" cy="1490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Process:</a:t>
          </a: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 FAISS retrieves laptop products -&gt; LLM generates context-aware buying advice.</a:t>
          </a:r>
        </a:p>
      </dsp:txBody>
      <dsp:txXfrm>
        <a:off x="1862293" y="2681823"/>
        <a:ext cx="3513913" cy="1490751"/>
      </dsp:txXfrm>
    </dsp:sp>
    <dsp:sp modelId="{B313FE8D-3FA3-41C4-8EF9-EBCBCEBC21C5}">
      <dsp:nvSpPr>
        <dsp:cNvPr id="0" name=""/>
        <dsp:cNvSpPr/>
      </dsp:nvSpPr>
      <dsp:spPr>
        <a:xfrm>
          <a:off x="5988479" y="2681823"/>
          <a:ext cx="1490751" cy="1490751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491FBC-6E79-49FE-8E3B-ACFFCFB6B644}">
      <dsp:nvSpPr>
        <dsp:cNvPr id="0" name=""/>
        <dsp:cNvSpPr/>
      </dsp:nvSpPr>
      <dsp:spPr>
        <a:xfrm>
          <a:off x="6301537" y="2994881"/>
          <a:ext cx="864635" cy="8646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FCD77A-A2B3-4987-B2D8-7481A0722F47}">
      <dsp:nvSpPr>
        <dsp:cNvPr id="0" name=""/>
        <dsp:cNvSpPr/>
      </dsp:nvSpPr>
      <dsp:spPr>
        <a:xfrm>
          <a:off x="7798677" y="2681823"/>
          <a:ext cx="3513913" cy="1490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Outcome:</a:t>
          </a: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 Factual, helpful responses (not generic AI).</a:t>
          </a:r>
        </a:p>
      </dsp:txBody>
      <dsp:txXfrm>
        <a:off x="7798677" y="2681823"/>
        <a:ext cx="3513913" cy="1490751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579B94-8F11-4124-8C8B-69565A6EF6BC}">
      <dsp:nvSpPr>
        <dsp:cNvPr id="0" name=""/>
        <dsp:cNvSpPr/>
      </dsp:nvSpPr>
      <dsp:spPr>
        <a:xfrm>
          <a:off x="0" y="449127"/>
          <a:ext cx="11274251" cy="1883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5007" tIns="541528" rIns="875007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Semantic understanding significantly outperforms keyword search.</a:t>
          </a:r>
          <a:endParaRPr lang="en-US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FAISS enables real-time retrieval (&lt;2 seconds).</a:t>
          </a:r>
          <a:endParaRPr lang="en-US" sz="2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Multimodal input (text/image/voice) provides flexibility.</a:t>
          </a:r>
          <a:endParaRPr lang="en-US" sz="2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449127"/>
        <a:ext cx="11274251" cy="1883700"/>
      </dsp:txXfrm>
    </dsp:sp>
    <dsp:sp modelId="{66119539-DE09-4341-A679-A0E8B0447F7F}">
      <dsp:nvSpPr>
        <dsp:cNvPr id="0" name=""/>
        <dsp:cNvSpPr/>
      </dsp:nvSpPr>
      <dsp:spPr>
        <a:xfrm>
          <a:off x="563712" y="65367"/>
          <a:ext cx="7891975" cy="767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298" tIns="0" rIns="298298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Strengths:</a:t>
          </a:r>
          <a:endParaRPr lang="en-US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01179" y="102834"/>
        <a:ext cx="7817041" cy="692586"/>
      </dsp:txXfrm>
    </dsp:sp>
    <dsp:sp modelId="{23E8AAB8-53C2-46D0-A21C-AA3F89D36070}">
      <dsp:nvSpPr>
        <dsp:cNvPr id="0" name=""/>
        <dsp:cNvSpPr/>
      </dsp:nvSpPr>
      <dsp:spPr>
        <a:xfrm>
          <a:off x="0" y="2856988"/>
          <a:ext cx="11274251" cy="1474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5007" tIns="541528" rIns="875007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Image retrieval accuracy varies with image quality.</a:t>
          </a:r>
          <a:endParaRPr lang="en-US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Precision drops for ambiguous queries (e.g., "black jacket").</a:t>
          </a:r>
          <a:endParaRPr lang="en-US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856988"/>
        <a:ext cx="11274251" cy="1474200"/>
      </dsp:txXfrm>
    </dsp:sp>
    <dsp:sp modelId="{509A5862-930D-4DB3-89F7-492EB1A29927}">
      <dsp:nvSpPr>
        <dsp:cNvPr id="0" name=""/>
        <dsp:cNvSpPr/>
      </dsp:nvSpPr>
      <dsp:spPr>
        <a:xfrm>
          <a:off x="563712" y="2473228"/>
          <a:ext cx="7891975" cy="767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298" tIns="0" rIns="298298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Challenges:</a:t>
          </a:r>
          <a:endParaRPr lang="en-US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01179" y="2510695"/>
        <a:ext cx="7817041" cy="692586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29252D-3D0A-4359-8ED4-5D02BC1D678E}">
      <dsp:nvSpPr>
        <dsp:cNvPr id="0" name=""/>
        <dsp:cNvSpPr/>
      </dsp:nvSpPr>
      <dsp:spPr>
        <a:xfrm>
          <a:off x="0" y="540"/>
          <a:ext cx="1120678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3F5A3E-F383-499F-81C1-1A11C2D4086C}">
      <dsp:nvSpPr>
        <dsp:cNvPr id="0" name=""/>
        <dsp:cNvSpPr/>
      </dsp:nvSpPr>
      <dsp:spPr>
        <a:xfrm>
          <a:off x="0" y="540"/>
          <a:ext cx="11206786" cy="885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Successfully built a </a:t>
          </a:r>
          <a:r>
            <a:rPr lang="en-IN" sz="26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Multimodal AI E-commerce Search System</a:t>
          </a:r>
          <a:r>
            <a:rPr lang="en-IN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540"/>
        <a:ext cx="11206786" cy="885472"/>
      </dsp:txXfrm>
    </dsp:sp>
    <dsp:sp modelId="{D909B814-71AB-4027-A6A9-A5EEED8ED671}">
      <dsp:nvSpPr>
        <dsp:cNvPr id="0" name=""/>
        <dsp:cNvSpPr/>
      </dsp:nvSpPr>
      <dsp:spPr>
        <a:xfrm>
          <a:off x="0" y="886012"/>
          <a:ext cx="1120678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BCF54B-FDED-491C-9EFF-0DA47BD24AF7}">
      <dsp:nvSpPr>
        <dsp:cNvPr id="0" name=""/>
        <dsp:cNvSpPr/>
      </dsp:nvSpPr>
      <dsp:spPr>
        <a:xfrm>
          <a:off x="0" y="886012"/>
          <a:ext cx="11206786" cy="885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Integrated </a:t>
          </a:r>
          <a:r>
            <a:rPr lang="en-IN" sz="26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NLP, CV, FAISS, and LLM</a:t>
          </a:r>
          <a:r>
            <a:rPr lang="en-IN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 into a unified architecture.</a:t>
          </a:r>
          <a:endParaRPr lang="en-US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886012"/>
        <a:ext cx="11206786" cy="885472"/>
      </dsp:txXfrm>
    </dsp:sp>
    <dsp:sp modelId="{B36F1FF1-9F3E-4878-89E2-A75B85BE95B9}">
      <dsp:nvSpPr>
        <dsp:cNvPr id="0" name=""/>
        <dsp:cNvSpPr/>
      </dsp:nvSpPr>
      <dsp:spPr>
        <a:xfrm>
          <a:off x="0" y="1771485"/>
          <a:ext cx="1120678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29B9C6-A784-4A53-993B-063EDF0715A4}">
      <dsp:nvSpPr>
        <dsp:cNvPr id="0" name=""/>
        <dsp:cNvSpPr/>
      </dsp:nvSpPr>
      <dsp:spPr>
        <a:xfrm>
          <a:off x="0" y="1771485"/>
          <a:ext cx="11206786" cy="885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Achieved </a:t>
          </a:r>
          <a:r>
            <a:rPr lang="en-IN" sz="26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high Precision@K</a:t>
          </a:r>
          <a:r>
            <a:rPr lang="en-IN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 (up to 1.0) using hybrid retrieval.</a:t>
          </a:r>
          <a:endParaRPr lang="en-US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771485"/>
        <a:ext cx="11206786" cy="885472"/>
      </dsp:txXfrm>
    </dsp:sp>
    <dsp:sp modelId="{3A5D1D44-07D7-47D8-9A14-B6A48DF440D4}">
      <dsp:nvSpPr>
        <dsp:cNvPr id="0" name=""/>
        <dsp:cNvSpPr/>
      </dsp:nvSpPr>
      <dsp:spPr>
        <a:xfrm>
          <a:off x="0" y="2656957"/>
          <a:ext cx="1120678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D77201-A5B5-48D1-BD6D-B8635C3D3140}">
      <dsp:nvSpPr>
        <dsp:cNvPr id="0" name=""/>
        <dsp:cNvSpPr/>
      </dsp:nvSpPr>
      <dsp:spPr>
        <a:xfrm>
          <a:off x="0" y="2656957"/>
          <a:ext cx="11206786" cy="885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Enabled </a:t>
          </a:r>
          <a:r>
            <a:rPr lang="en-IN" sz="26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explainable AI</a:t>
          </a:r>
          <a:r>
            <a:rPr lang="en-IN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 via RAG-based LLM explanations.</a:t>
          </a:r>
          <a:endParaRPr lang="en-US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656957"/>
        <a:ext cx="11206786" cy="885472"/>
      </dsp:txXfrm>
    </dsp:sp>
    <dsp:sp modelId="{8E2CD9E4-1EAC-41E1-887A-99F7E32E5FB3}">
      <dsp:nvSpPr>
        <dsp:cNvPr id="0" name=""/>
        <dsp:cNvSpPr/>
      </dsp:nvSpPr>
      <dsp:spPr>
        <a:xfrm>
          <a:off x="0" y="3542430"/>
          <a:ext cx="1120678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A19F83-EF74-423B-857A-52D297526CFD}">
      <dsp:nvSpPr>
        <dsp:cNvPr id="0" name=""/>
        <dsp:cNvSpPr/>
      </dsp:nvSpPr>
      <dsp:spPr>
        <a:xfrm>
          <a:off x="0" y="3542430"/>
          <a:ext cx="11206786" cy="885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Provided a </a:t>
          </a:r>
          <a:r>
            <a:rPr lang="en-IN" sz="26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production-ready UI</a:t>
          </a:r>
          <a:r>
            <a:rPr lang="en-IN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 with modern features (dark mode, voice, multilingual).</a:t>
          </a:r>
          <a:endParaRPr lang="en-US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3542430"/>
        <a:ext cx="11206786" cy="885472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883130-3DFC-44BB-8DAC-1D3E54E94D21}">
      <dsp:nvSpPr>
        <dsp:cNvPr id="0" name=""/>
        <dsp:cNvSpPr/>
      </dsp:nvSpPr>
      <dsp:spPr>
        <a:xfrm>
          <a:off x="0" y="17232"/>
          <a:ext cx="11231205" cy="1064700"/>
        </a:xfrm>
        <a:prstGeom prst="roundRect">
          <a:avLst/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Dataset Dependency:</a:t>
          </a: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 Performance tied to data quality.</a:t>
          </a:r>
        </a:p>
      </dsp:txBody>
      <dsp:txXfrm>
        <a:off x="51974" y="69206"/>
        <a:ext cx="11127257" cy="960752"/>
      </dsp:txXfrm>
    </dsp:sp>
    <dsp:sp modelId="{C5D67B0D-E24E-4E45-8AB8-471C0E5481E7}">
      <dsp:nvSpPr>
        <dsp:cNvPr id="0" name=""/>
        <dsp:cNvSpPr/>
      </dsp:nvSpPr>
      <dsp:spPr>
        <a:xfrm>
          <a:off x="0" y="1162572"/>
          <a:ext cx="11231205" cy="1064700"/>
        </a:xfrm>
        <a:prstGeom prst="roundRect">
          <a:avLst/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LLM Capacity:</a:t>
          </a:r>
          <a:r>
            <a:rPr lang="en-US" sz="2800" kern="1200">
              <a:latin typeface="Times New Roman" panose="02020603050405020304" pitchFamily="18" charset="0"/>
              <a:cs typeface="Times New Roman" panose="02020603050405020304" pitchFamily="18" charset="0"/>
            </a:rPr>
            <a:t> Phi-3 is lightweight; less detailed than larger models.</a:t>
          </a:r>
        </a:p>
      </dsp:txBody>
      <dsp:txXfrm>
        <a:off x="51974" y="1214546"/>
        <a:ext cx="11127257" cy="960752"/>
      </dsp:txXfrm>
    </dsp:sp>
    <dsp:sp modelId="{20794DA2-F68C-4EB3-82BA-EBDA9342C2AB}">
      <dsp:nvSpPr>
        <dsp:cNvPr id="0" name=""/>
        <dsp:cNvSpPr/>
      </dsp:nvSpPr>
      <dsp:spPr>
        <a:xfrm>
          <a:off x="0" y="2307912"/>
          <a:ext cx="11231205" cy="1064700"/>
        </a:xfrm>
        <a:prstGeom prst="roundRect">
          <a:avLst/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No Personalization:</a:t>
          </a: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 Does not use user history or preferences.</a:t>
          </a:r>
        </a:p>
      </dsp:txBody>
      <dsp:txXfrm>
        <a:off x="51974" y="2359886"/>
        <a:ext cx="11127257" cy="960752"/>
      </dsp:txXfrm>
    </dsp:sp>
    <dsp:sp modelId="{38C7175C-7386-42E2-9008-137A16E12774}">
      <dsp:nvSpPr>
        <dsp:cNvPr id="0" name=""/>
        <dsp:cNvSpPr/>
      </dsp:nvSpPr>
      <dsp:spPr>
        <a:xfrm>
          <a:off x="0" y="3453252"/>
          <a:ext cx="11231205" cy="1064700"/>
        </a:xfrm>
        <a:prstGeom prst="roundRect">
          <a:avLst/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Scalability:</a:t>
          </a: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 FAISS is efficient but distributed databases (Milvus) would be better for billion-scale.</a:t>
          </a:r>
        </a:p>
      </dsp:txBody>
      <dsp:txXfrm>
        <a:off x="51974" y="3505226"/>
        <a:ext cx="11127257" cy="960752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1DC987-5E53-4E4A-B8F1-D6A8B603C41B}">
      <dsp:nvSpPr>
        <dsp:cNvPr id="0" name=""/>
        <dsp:cNvSpPr/>
      </dsp:nvSpPr>
      <dsp:spPr>
        <a:xfrm>
          <a:off x="0" y="3407"/>
          <a:ext cx="11063234" cy="72569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E31EF0-5922-4AB4-AF54-96DDB4B7D268}">
      <dsp:nvSpPr>
        <dsp:cNvPr id="0" name=""/>
        <dsp:cNvSpPr/>
      </dsp:nvSpPr>
      <dsp:spPr>
        <a:xfrm>
          <a:off x="219522" y="166688"/>
          <a:ext cx="399132" cy="39913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E78FC2-A869-4DAE-A7CF-A9A46C22C2A7}">
      <dsp:nvSpPr>
        <dsp:cNvPr id="0" name=""/>
        <dsp:cNvSpPr/>
      </dsp:nvSpPr>
      <dsp:spPr>
        <a:xfrm>
          <a:off x="838177" y="3407"/>
          <a:ext cx="10225057" cy="725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803" tIns="76803" rIns="76803" bIns="7680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Advanced LLMs:</a:t>
          </a:r>
          <a:r>
            <a:rPr lang="en-IN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 Integrate </a:t>
          </a:r>
          <a:r>
            <a:rPr lang="en-IN" sz="19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LLaMA</a:t>
          </a:r>
          <a:r>
            <a:rPr lang="en-IN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3 / GPT-4o for deeper reasoning.</a:t>
          </a:r>
          <a:endParaRPr lang="en-US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38177" y="3407"/>
        <a:ext cx="10225057" cy="725695"/>
      </dsp:txXfrm>
    </dsp:sp>
    <dsp:sp modelId="{D545BF23-D361-4C71-A8C5-2DA9C375DEBB}">
      <dsp:nvSpPr>
        <dsp:cNvPr id="0" name=""/>
        <dsp:cNvSpPr/>
      </dsp:nvSpPr>
      <dsp:spPr>
        <a:xfrm>
          <a:off x="0" y="910525"/>
          <a:ext cx="11063234" cy="72569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D8CEEF-91F7-460A-A92F-0DB3804E73E6}">
      <dsp:nvSpPr>
        <dsp:cNvPr id="0" name=""/>
        <dsp:cNvSpPr/>
      </dsp:nvSpPr>
      <dsp:spPr>
        <a:xfrm>
          <a:off x="219522" y="1073807"/>
          <a:ext cx="399132" cy="39913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43D561-92B6-4D1F-9A4E-86E04444A65A}">
      <dsp:nvSpPr>
        <dsp:cNvPr id="0" name=""/>
        <dsp:cNvSpPr/>
      </dsp:nvSpPr>
      <dsp:spPr>
        <a:xfrm>
          <a:off x="838177" y="910525"/>
          <a:ext cx="10225057" cy="725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803" tIns="76803" rIns="76803" bIns="7680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Real-time Recommendations:</a:t>
          </a:r>
          <a:r>
            <a:rPr lang="en-IN" sz="1900" kern="1200">
              <a:latin typeface="Times New Roman" panose="02020603050405020304" pitchFamily="18" charset="0"/>
              <a:cs typeface="Times New Roman" panose="02020603050405020304" pitchFamily="18" charset="0"/>
            </a:rPr>
            <a:t> Add collaborative filtering for personalization.</a:t>
          </a:r>
          <a:endParaRPr lang="en-US" sz="1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38177" y="910525"/>
        <a:ext cx="10225057" cy="725695"/>
      </dsp:txXfrm>
    </dsp:sp>
    <dsp:sp modelId="{BB3BDAEB-013D-4C3B-B109-2EB80C0F177E}">
      <dsp:nvSpPr>
        <dsp:cNvPr id="0" name=""/>
        <dsp:cNvSpPr/>
      </dsp:nvSpPr>
      <dsp:spPr>
        <a:xfrm>
          <a:off x="0" y="1817644"/>
          <a:ext cx="11063234" cy="72569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656E93-BF3F-4389-B5C2-7E67BFEC4EEA}">
      <dsp:nvSpPr>
        <dsp:cNvPr id="0" name=""/>
        <dsp:cNvSpPr/>
      </dsp:nvSpPr>
      <dsp:spPr>
        <a:xfrm>
          <a:off x="219522" y="1980926"/>
          <a:ext cx="399132" cy="39913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0A2BED-910E-41A2-A3D3-0629AC41728D}">
      <dsp:nvSpPr>
        <dsp:cNvPr id="0" name=""/>
        <dsp:cNvSpPr/>
      </dsp:nvSpPr>
      <dsp:spPr>
        <a:xfrm>
          <a:off x="838177" y="1817644"/>
          <a:ext cx="10225057" cy="725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803" tIns="76803" rIns="76803" bIns="7680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Vector Databases:</a:t>
          </a:r>
          <a:r>
            <a:rPr lang="en-IN" sz="1900" kern="1200">
              <a:latin typeface="Times New Roman" panose="02020603050405020304" pitchFamily="18" charset="0"/>
              <a:cs typeface="Times New Roman" panose="02020603050405020304" pitchFamily="18" charset="0"/>
            </a:rPr>
            <a:t> Migrate to Pinecone/Milvus for cloud scaling.</a:t>
          </a:r>
          <a:endParaRPr lang="en-US" sz="1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38177" y="1817644"/>
        <a:ext cx="10225057" cy="725695"/>
      </dsp:txXfrm>
    </dsp:sp>
    <dsp:sp modelId="{BB71BB40-6DD1-4974-A342-98DBD66FE449}">
      <dsp:nvSpPr>
        <dsp:cNvPr id="0" name=""/>
        <dsp:cNvSpPr/>
      </dsp:nvSpPr>
      <dsp:spPr>
        <a:xfrm>
          <a:off x="0" y="2724763"/>
          <a:ext cx="11063234" cy="72569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CE9EAD-4D07-4AF3-BD47-2A873FE0CC75}">
      <dsp:nvSpPr>
        <dsp:cNvPr id="0" name=""/>
        <dsp:cNvSpPr/>
      </dsp:nvSpPr>
      <dsp:spPr>
        <a:xfrm>
          <a:off x="219522" y="2888045"/>
          <a:ext cx="399132" cy="39913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B0AC42-49AA-4CF2-BA83-330B2DED7F25}">
      <dsp:nvSpPr>
        <dsp:cNvPr id="0" name=""/>
        <dsp:cNvSpPr/>
      </dsp:nvSpPr>
      <dsp:spPr>
        <a:xfrm>
          <a:off x="838177" y="2724763"/>
          <a:ext cx="10225057" cy="725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803" tIns="76803" rIns="76803" bIns="7680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Multimodal Models:</a:t>
          </a:r>
          <a:r>
            <a:rPr lang="en-IN" sz="1900" kern="1200">
              <a:latin typeface="Times New Roman" panose="02020603050405020304" pitchFamily="18" charset="0"/>
              <a:cs typeface="Times New Roman" panose="02020603050405020304" pitchFamily="18" charset="0"/>
            </a:rPr>
            <a:t> Use Gemini-style models for joint text-image understanding.</a:t>
          </a:r>
          <a:endParaRPr lang="en-US" sz="1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38177" y="2724763"/>
        <a:ext cx="10225057" cy="725695"/>
      </dsp:txXfrm>
    </dsp:sp>
    <dsp:sp modelId="{19C096FC-55AF-4E06-814F-13016C68161A}">
      <dsp:nvSpPr>
        <dsp:cNvPr id="0" name=""/>
        <dsp:cNvSpPr/>
      </dsp:nvSpPr>
      <dsp:spPr>
        <a:xfrm>
          <a:off x="0" y="3631882"/>
          <a:ext cx="11063234" cy="72569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00FF08-D2AA-464E-ACA2-88344A801BBC}">
      <dsp:nvSpPr>
        <dsp:cNvPr id="0" name=""/>
        <dsp:cNvSpPr/>
      </dsp:nvSpPr>
      <dsp:spPr>
        <a:xfrm>
          <a:off x="219522" y="3795164"/>
          <a:ext cx="399132" cy="39913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B7574D-8AF1-47D9-B7EF-1BE20F1CBF0B}">
      <dsp:nvSpPr>
        <dsp:cNvPr id="0" name=""/>
        <dsp:cNvSpPr/>
      </dsp:nvSpPr>
      <dsp:spPr>
        <a:xfrm>
          <a:off x="838177" y="3631882"/>
          <a:ext cx="10225057" cy="725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803" tIns="76803" rIns="76803" bIns="7680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Mobile App:</a:t>
          </a:r>
          <a:r>
            <a:rPr lang="en-IN" sz="1900" kern="1200">
              <a:latin typeface="Times New Roman" panose="02020603050405020304" pitchFamily="18" charset="0"/>
              <a:cs typeface="Times New Roman" panose="02020603050405020304" pitchFamily="18" charset="0"/>
            </a:rPr>
            <a:t> Deploy as React Native app with camera search.</a:t>
          </a:r>
          <a:endParaRPr lang="en-US" sz="19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38177" y="3631882"/>
        <a:ext cx="10225057" cy="725695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72C8B1-D5AE-4499-92B7-1C0D71C13367}">
      <dsp:nvSpPr>
        <dsp:cNvPr id="0" name=""/>
        <dsp:cNvSpPr/>
      </dsp:nvSpPr>
      <dsp:spPr>
        <a:xfrm>
          <a:off x="0" y="0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Dataset Engineering:</a:t>
          </a:r>
          <a:r>
            <a:rPr lang="en-IN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 Merged 5+ datasets into a unified schema.</a:t>
          </a:r>
          <a:endParaRPr lang="en-US" sz="2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7017" y="27017"/>
        <a:ext cx="7668958" cy="868383"/>
      </dsp:txXfrm>
    </dsp:sp>
    <dsp:sp modelId="{0667BE40-5ABD-4098-A917-BDF939DA7AEF}">
      <dsp:nvSpPr>
        <dsp:cNvPr id="0" name=""/>
        <dsp:cNvSpPr/>
      </dsp:nvSpPr>
      <dsp:spPr>
        <a:xfrm>
          <a:off x="732164" y="1090129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Optimization:</a:t>
          </a:r>
          <a:r>
            <a:rPr lang="en-IN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 Reduced embedding time from 5 hours (CPU) to minutes (GPU).</a:t>
          </a:r>
          <a:endParaRPr lang="en-US" sz="2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59181" y="1117146"/>
        <a:ext cx="7356493" cy="868383"/>
      </dsp:txXfrm>
    </dsp:sp>
    <dsp:sp modelId="{A0B0C719-CBFE-4743-B63B-ED41DB79FA4C}">
      <dsp:nvSpPr>
        <dsp:cNvPr id="0" name=""/>
        <dsp:cNvSpPr/>
      </dsp:nvSpPr>
      <dsp:spPr>
        <a:xfrm>
          <a:off x="1453401" y="2180258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Hybrid Algorithm:</a:t>
          </a:r>
          <a:r>
            <a:rPr lang="en-IN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 Developed custom ranking combining semantic + keyword scores.</a:t>
          </a:r>
          <a:endParaRPr lang="en-US" sz="2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480418" y="2207275"/>
        <a:ext cx="7367421" cy="868383"/>
      </dsp:txXfrm>
    </dsp:sp>
    <dsp:sp modelId="{11DFDD88-C50C-42EC-BB00-E65E506E36AA}">
      <dsp:nvSpPr>
        <dsp:cNvPr id="0" name=""/>
        <dsp:cNvSpPr/>
      </dsp:nvSpPr>
      <dsp:spPr>
        <a:xfrm>
          <a:off x="2185565" y="3270387"/>
          <a:ext cx="8742263" cy="922417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LLM Optimization:</a:t>
          </a:r>
          <a:r>
            <a:rPr lang="en-IN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 Solved hallucination via prompt engineering and RAG.</a:t>
          </a:r>
          <a:endParaRPr lang="en-US" sz="2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12582" y="3297404"/>
        <a:ext cx="7356493" cy="868383"/>
      </dsp:txXfrm>
    </dsp:sp>
    <dsp:sp modelId="{8B357A1F-88A2-4E0E-98EA-17A5D1281188}">
      <dsp:nvSpPr>
        <dsp:cNvPr id="0" name=""/>
        <dsp:cNvSpPr/>
      </dsp:nvSpPr>
      <dsp:spPr>
        <a:xfrm>
          <a:off x="8142692" y="706487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277595" y="706487"/>
        <a:ext cx="329765" cy="451177"/>
      </dsp:txXfrm>
    </dsp:sp>
    <dsp:sp modelId="{CF25E4C7-FF2B-4137-A110-BD90461F4ED5}">
      <dsp:nvSpPr>
        <dsp:cNvPr id="0" name=""/>
        <dsp:cNvSpPr/>
      </dsp:nvSpPr>
      <dsp:spPr>
        <a:xfrm>
          <a:off x="8874856" y="179661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009759" y="1796616"/>
        <a:ext cx="329765" cy="451177"/>
      </dsp:txXfrm>
    </dsp:sp>
    <dsp:sp modelId="{F65BF520-5E27-4B2A-918D-98CE1CB6CADB}">
      <dsp:nvSpPr>
        <dsp:cNvPr id="0" name=""/>
        <dsp:cNvSpPr/>
      </dsp:nvSpPr>
      <dsp:spPr>
        <a:xfrm>
          <a:off x="9596093" y="288674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730996" y="2886746"/>
        <a:ext cx="329765" cy="451177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A653AE-CFDB-48E0-B881-B925CD1A2CD3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algn="bl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D1DD4E2-FB3A-4E40-A0D3-8106242E8891}">
      <dsp:nvSpPr>
        <dsp:cNvPr id="0" name=""/>
        <dsp:cNvSpPr/>
      </dsp:nvSpPr>
      <dsp:spPr>
        <a:xfrm>
          <a:off x="0" y="2663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Reimers &amp; Gurevych (2019). Sentence-BERT. </a:t>
          </a:r>
          <a:r>
            <a:rPr lang="en-IN" sz="2600" i="1" kern="1200">
              <a:latin typeface="Times New Roman" panose="02020603050405020304" pitchFamily="18" charset="0"/>
              <a:cs typeface="Times New Roman" panose="02020603050405020304" pitchFamily="18" charset="0"/>
            </a:rPr>
            <a:t>EMNLP</a:t>
          </a:r>
          <a:r>
            <a:rPr lang="en-IN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663"/>
        <a:ext cx="6666833" cy="908098"/>
      </dsp:txXfrm>
    </dsp:sp>
    <dsp:sp modelId="{13F7005A-E49C-4610-8D7F-0236C199A51C}">
      <dsp:nvSpPr>
        <dsp:cNvPr id="0" name=""/>
        <dsp:cNvSpPr/>
      </dsp:nvSpPr>
      <dsp:spPr>
        <a:xfrm>
          <a:off x="0" y="910762"/>
          <a:ext cx="6666833" cy="0"/>
        </a:xfrm>
        <a:prstGeom prst="line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270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</a:ln>
        <a:effectLst>
          <a:outerShdw blurRad="50800" dist="25400" algn="bl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21B88A0-66D4-495E-90E3-FB4ECA69CCAC}">
      <dsp:nvSpPr>
        <dsp:cNvPr id="0" name=""/>
        <dsp:cNvSpPr/>
      </dsp:nvSpPr>
      <dsp:spPr>
        <a:xfrm>
          <a:off x="0" y="910762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Radford et al. (2021). CLIP. </a:t>
          </a:r>
          <a:r>
            <a:rPr lang="en-IN" sz="2600" i="1" kern="1200">
              <a:latin typeface="Times New Roman" panose="02020603050405020304" pitchFamily="18" charset="0"/>
              <a:cs typeface="Times New Roman" panose="02020603050405020304" pitchFamily="18" charset="0"/>
            </a:rPr>
            <a:t>ICML</a:t>
          </a:r>
          <a:r>
            <a:rPr lang="en-IN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910762"/>
        <a:ext cx="6666833" cy="908098"/>
      </dsp:txXfrm>
    </dsp:sp>
    <dsp:sp modelId="{2AC1439A-B9F0-41E1-ADF4-2B92CDCED052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270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</a:ln>
        <a:effectLst>
          <a:outerShdw blurRad="50800" dist="25400" algn="bl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FF88748-3C3F-4BE0-AE75-6CE16A34EE65}">
      <dsp:nvSpPr>
        <dsp:cNvPr id="0" name=""/>
        <dsp:cNvSpPr/>
      </dsp:nvSpPr>
      <dsp:spPr>
        <a:xfrm>
          <a:off x="0" y="1818861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Johnson et al. (2017). FAISS. </a:t>
          </a:r>
          <a:r>
            <a:rPr lang="en-IN" sz="2600" i="1" kern="1200">
              <a:latin typeface="Times New Roman" panose="02020603050405020304" pitchFamily="18" charset="0"/>
              <a:cs typeface="Times New Roman" panose="02020603050405020304" pitchFamily="18" charset="0"/>
            </a:rPr>
            <a:t>Facebook AI Research</a:t>
          </a:r>
          <a:r>
            <a:rPr lang="en-IN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818861"/>
        <a:ext cx="6666833" cy="908098"/>
      </dsp:txXfrm>
    </dsp:sp>
    <dsp:sp modelId="{B15160F0-7A3F-4B30-A2B3-B70ECD774B50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270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</a:ln>
        <a:effectLst>
          <a:outerShdw blurRad="50800" dist="25400" algn="bl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1CD6F1A-F00A-4B2E-8F89-DFA58C95CC94}">
      <dsp:nvSpPr>
        <dsp:cNvPr id="0" name=""/>
        <dsp:cNvSpPr/>
      </dsp:nvSpPr>
      <dsp:spPr>
        <a:xfrm>
          <a:off x="0" y="2726960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Rusum &amp; Anasuri (2024). Vector Databases in Modern Applications.</a:t>
          </a:r>
          <a:endParaRPr lang="en-US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726960"/>
        <a:ext cx="6666833" cy="908098"/>
      </dsp:txXfrm>
    </dsp:sp>
    <dsp:sp modelId="{72B294E5-DD03-400C-AEA8-BC180C8B3292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270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</a:ln>
        <a:effectLst>
          <a:outerShdw blurRad="50800" dist="25400" algn="bl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D1F518D-78AA-44FE-90A2-CBF6706F344D}">
      <dsp:nvSpPr>
        <dsp:cNvPr id="0" name=""/>
        <dsp:cNvSpPr/>
      </dsp:nvSpPr>
      <dsp:spPr>
        <a:xfrm>
          <a:off x="0" y="3635058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Ali, O. (2025). Retrieval-Augmented Generation. </a:t>
          </a:r>
          <a:r>
            <a:rPr lang="en-IN" sz="2600" i="1" kern="1200">
              <a:latin typeface="Times New Roman" panose="02020603050405020304" pitchFamily="18" charset="0"/>
              <a:cs typeface="Times New Roman" panose="02020603050405020304" pitchFamily="18" charset="0"/>
            </a:rPr>
            <a:t>JIIS</a:t>
          </a:r>
          <a:r>
            <a:rPr lang="en-IN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3635058"/>
        <a:ext cx="6666833" cy="908098"/>
      </dsp:txXfrm>
    </dsp:sp>
    <dsp:sp modelId="{EC361E49-1119-467C-8FCC-FD2B80E8A476}">
      <dsp:nvSpPr>
        <dsp:cNvPr id="0" name=""/>
        <dsp:cNvSpPr/>
      </dsp:nvSpPr>
      <dsp:spPr>
        <a:xfrm>
          <a:off x="0" y="4543157"/>
          <a:ext cx="6666833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</a:ln>
        <a:effectLst>
          <a:outerShdw blurRad="50800" dist="25400" algn="bl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ECBD6C1-0DFF-4C98-A1A2-5173F2877E1F}">
      <dsp:nvSpPr>
        <dsp:cNvPr id="0" name=""/>
        <dsp:cNvSpPr/>
      </dsp:nvSpPr>
      <dsp:spPr>
        <a:xfrm>
          <a:off x="0" y="4543157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Vaswani et al. (2017). Attention Is All You Need. </a:t>
          </a:r>
          <a:r>
            <a:rPr lang="en-IN" sz="2600" i="1" kern="1200">
              <a:latin typeface="Times New Roman" panose="02020603050405020304" pitchFamily="18" charset="0"/>
              <a:cs typeface="Times New Roman" panose="02020603050405020304" pitchFamily="18" charset="0"/>
            </a:rPr>
            <a:t>NeurIPS</a:t>
          </a:r>
          <a:r>
            <a:rPr lang="en-IN" sz="2600" kern="120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2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4543157"/>
        <a:ext cx="6666833" cy="9080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1393FF-6A36-442F-ACB0-D5CC2A4E2F63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530282-DAF6-43BF-9BBA-6C60F1CEEC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067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30282-DAF6-43BF-9BBA-6C60F1CEECB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6029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30282-DAF6-43BF-9BBA-6C60F1CEECB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727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30282-DAF6-43BF-9BBA-6C60F1CEECB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509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30282-DAF6-43BF-9BBA-6C60F1CEECB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945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30282-DAF6-43BF-9BBA-6C60F1CEECB6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134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30282-DAF6-43BF-9BBA-6C60F1CEECB6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167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30282-DAF6-43BF-9BBA-6C60F1CEECB6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533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30282-DAF6-43BF-9BBA-6C60F1CEECB6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173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30282-DAF6-43BF-9BBA-6C60F1CEECB6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3779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30282-DAF6-43BF-9BBA-6C60F1CEECB6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697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1D023-2A22-7631-C450-1ADBC0D2A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03BBD0-D7AB-367A-7FD7-A553B27D05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7389B-6BE0-EE46-6723-DE7A19E65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43A2-8D25-4DDF-9250-98E51DAC6C1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6824A-A375-4E0C-3DBE-7FAB871DE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BA7EB-C727-889A-7957-F800CF7D2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AD362-6F75-406F-A3FC-40032EC0D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408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32F7-3F11-1F56-841F-F5228698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69642-FF76-7243-2FCA-C83A4AA49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820B9-0709-A023-CB61-3516F841F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43A2-8D25-4DDF-9250-98E51DAC6C1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FDBFB-05F7-3E0B-AEF5-89FAA91C4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AE253-6170-DBC5-1C45-26C8A6FD7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AD362-6F75-406F-A3FC-40032EC0D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855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E3E00-A358-2A77-935A-926D97B26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EFC39-41B6-E704-B94E-291647DF0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0ACEB-D681-09B6-CE13-A34A8DF6A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43A2-8D25-4DDF-9250-98E51DAC6C1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666C6-72B0-03C2-2A89-3309295B7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A1818-AADC-FE2C-C14C-810F2483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AD362-6F75-406F-A3FC-40032EC0D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2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BD64B-84E6-B2F7-F435-C6CAF67DC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A79EB-B9FE-8881-C4F5-4E890D3448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20E1C-F11A-4866-92A1-51BC1EA97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88C430-C4AB-AB4B-8F8D-8EF8EE728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43A2-8D25-4DDF-9250-98E51DAC6C1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9F94E-CC37-10C8-74BD-A760C783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ECFF0-7027-7529-EF1E-388FC4725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AD362-6F75-406F-A3FC-40032EC0D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030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103A9-DD2E-3025-3F4F-13CB2BAE0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DF020-CB54-3B01-8AA3-6E06E1542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891F-4C9A-E988-888C-8B80D4257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569B95-43BD-690E-3295-B5A955F1AD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84DC96-6D14-3967-5639-4F3E784A7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B9F7D0-0251-930D-0831-DC93D35E4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43A2-8D25-4DDF-9250-98E51DAC6C1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2F7ADC-3F19-F499-6269-2A78B575B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15B57F-AE55-011C-D735-78D9F07C6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AD362-6F75-406F-A3FC-40032EC0D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20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0B476-7F82-CA0C-08EF-54AE0CC01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797505-BB20-29FC-ABEC-24A2ADBF6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43A2-8D25-4DDF-9250-98E51DAC6C1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7DABA3-C67B-41B8-DDF1-30E054B41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85005E-26FE-87E5-6151-FF25FB577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AD362-6F75-406F-A3FC-40032EC0D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549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31ECCA-DE02-4E14-1201-EACAE5A50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43A2-8D25-4DDF-9250-98E51DAC6C1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0233DB-1DE2-4E0D-48FE-3F5F7B35A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A5D75-55C0-4EDD-6C59-68BEBCFC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AD362-6F75-406F-A3FC-40032EC0D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210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69727-8A0A-BCD2-F661-90FCA7D29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14E35-EF97-5351-6865-27E243CFB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0D659E-A8C1-4E43-9577-94B51F966A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3DB492-37C9-A6B4-F37F-A0F3E9CC7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43A2-8D25-4DDF-9250-98E51DAC6C1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97F16-D00D-F9AD-B2FB-BC5B8DA05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D3895B-A44B-0A3A-5DF4-B87FD4456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AD362-6F75-406F-A3FC-40032EC0D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358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6FBC9-D79E-AD89-A171-DEEF04800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B3C9FD-48E1-0785-3D86-47715F770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A663F5-A710-D786-C00B-80B18F7A4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73E1EA-37BD-CFDC-4D56-557B3D902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43A2-8D25-4DDF-9250-98E51DAC6C1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E9906-A939-5A58-02B3-F7FA295CC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A44C4-AD5A-F9DC-BF99-CDD03B03E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AD362-6F75-406F-A3FC-40032EC0D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911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E447C-053B-37AE-42B7-F3ADAC45F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0154D4-2FED-9486-066A-03807F247F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F2216-2896-BE07-D725-DEB95BFB0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43A2-8D25-4DDF-9250-98E51DAC6C1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2DAA1-FBA1-3107-4367-6FDC19A33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48016-55E0-9342-0FA7-AF4CF738C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AD362-6F75-406F-A3FC-40032EC0D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638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FD943B-136A-472D-B0B1-CF49B9F782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536F98-D4A6-1023-1E3D-DBAA3CD24D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38C16-9DAC-3647-DFF5-7002DF797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43A2-8D25-4DDF-9250-98E51DAC6C1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F8E4A-8A1E-83B5-1720-7F9E364D8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EBCBA-3CC7-0BAA-F410-44659DBB3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AD362-6F75-406F-A3FC-40032EC0D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998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F6FE06-FA23-3B8F-01CE-0E8CF359F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2A41D8-4D5D-AC98-7330-B1B871A3F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4303D-ECFC-ED30-CF53-5F2A8F858B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5343A2-8D25-4DDF-9250-98E51DAC6C1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72209-A2BE-9BE9-7D17-073029B75E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90641-B5B3-4106-7E77-4F121F3F6A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CAD362-6F75-406F-A3FC-40032EC0D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29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75000">
              <a:schemeClr val="accent2">
                <a:lumMod val="20000"/>
                <a:lumOff val="8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6FA23-BE75-30FE-5EB3-22C1E2E6DE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6672" y="2145619"/>
            <a:ext cx="9938656" cy="1332820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latin typeface="Amasis MT Pro Black" panose="02040A04050005020304" pitchFamily="18" charset="0"/>
              </a:rPr>
              <a:t>AI-POWERED MULTIMODAL E-COMMERCE SEARCH SYSTEM USING FAISS AND HYBRID RETRIEVAL </a:t>
            </a:r>
            <a:endParaRPr lang="en-IN" sz="3200" dirty="0">
              <a:latin typeface="Amasis MT Pro Black" panose="02040A040500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307A1-ED89-4369-0C5C-9BFD8DDBBD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5201" y="4096042"/>
            <a:ext cx="5578050" cy="2599726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Ms.V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KIRUTHIGA MCA., M.Phil., Ph.D.,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</a:t>
            </a:r>
          </a:p>
          <a:p>
            <a:pPr algn="l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Science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0875D2E-973D-C9BC-40C5-BBFDBD4E0FC6}"/>
              </a:ext>
            </a:extLst>
          </p:cNvPr>
          <p:cNvSpPr txBox="1">
            <a:spLocks/>
          </p:cNvSpPr>
          <p:nvPr/>
        </p:nvSpPr>
        <p:spPr>
          <a:xfrm>
            <a:off x="1126672" y="4096042"/>
            <a:ext cx="4870129" cy="2599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l">
              <a:lnSpc>
                <a:spcPct val="170000"/>
              </a:lnSpc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lvl="1" algn="l">
              <a:lnSpc>
                <a:spcPct val="170000"/>
              </a:lnSpc>
            </a:pP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MANGIPUDI SANYASI RAO</a:t>
            </a:r>
          </a:p>
          <a:p>
            <a:pPr lvl="1" algn="l">
              <a:lnSpc>
                <a:spcPct val="170000"/>
              </a:lnSpc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Enroll. No. TU6243204211024 </a:t>
            </a:r>
          </a:p>
          <a:p>
            <a:pPr lvl="1" algn="l">
              <a:lnSpc>
                <a:spcPct val="170000"/>
              </a:lnSpc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MCA(DS)-II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C7FF62-613D-FE6D-3DCD-3D1C990D61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003" y="307245"/>
            <a:ext cx="4885416" cy="1446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427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BE8B8B-6CCA-CFD6-8B76-B6622215F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graphicFrame>
        <p:nvGraphicFramePr>
          <p:cNvPr id="5" name="Rectangle 3">
            <a:extLst>
              <a:ext uri="{FF2B5EF4-FFF2-40B4-BE49-F238E27FC236}">
                <a16:creationId xmlns:a16="http://schemas.microsoft.com/office/drawing/2014/main" id="{D11085B4-8F02-5675-DD22-FB3CC45A98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5931746"/>
              </p:ext>
            </p:extLst>
          </p:nvPr>
        </p:nvGraphicFramePr>
        <p:xfrm>
          <a:off x="542611" y="1825625"/>
          <a:ext cx="11133573" cy="45651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3387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E65D52-1BDE-74DD-C878-241F4DE89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  <a:endParaRPr lang="en-IN" sz="400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192BA1F-C374-E6BB-4131-EF0DDD2D97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7818629"/>
              </p:ext>
            </p:extLst>
          </p:nvPr>
        </p:nvGraphicFramePr>
        <p:xfrm>
          <a:off x="231112" y="2112578"/>
          <a:ext cx="11605846" cy="44690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52525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2D7CBD-02AF-5E54-2641-586CE65D8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  <a:endParaRPr lang="en-IN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FFD1F44-6362-92F6-D7A7-B42F2749A0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569265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185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A929F-090A-D88B-5984-A2F5C6DA7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&amp; RESEARCH GAP</a:t>
            </a:r>
            <a:endParaRPr lang="en-IN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8802E2-83C6-AEAC-A034-0815A65C63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9719359"/>
              </p:ext>
            </p:extLst>
          </p:nvPr>
        </p:nvGraphicFramePr>
        <p:xfrm>
          <a:off x="673240" y="1738365"/>
          <a:ext cx="11012993" cy="489736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967446">
                  <a:extLst>
                    <a:ext uri="{9D8B030D-6E8A-4147-A177-3AD203B41FA5}">
                      <a16:colId xmlns:a16="http://schemas.microsoft.com/office/drawing/2014/main" val="3604478425"/>
                    </a:ext>
                  </a:extLst>
                </a:gridCol>
                <a:gridCol w="1331397">
                  <a:extLst>
                    <a:ext uri="{9D8B030D-6E8A-4147-A177-3AD203B41FA5}">
                      <a16:colId xmlns:a16="http://schemas.microsoft.com/office/drawing/2014/main" val="378172269"/>
                    </a:ext>
                  </a:extLst>
                </a:gridCol>
                <a:gridCol w="3346269">
                  <a:extLst>
                    <a:ext uri="{9D8B030D-6E8A-4147-A177-3AD203B41FA5}">
                      <a16:colId xmlns:a16="http://schemas.microsoft.com/office/drawing/2014/main" val="3210206823"/>
                    </a:ext>
                  </a:extLst>
                </a:gridCol>
                <a:gridCol w="3367881">
                  <a:extLst>
                    <a:ext uri="{9D8B030D-6E8A-4147-A177-3AD203B41FA5}">
                      <a16:colId xmlns:a16="http://schemas.microsoft.com/office/drawing/2014/main" val="1300115065"/>
                    </a:ext>
                  </a:extLst>
                </a:gridCol>
              </a:tblGrid>
              <a:tr h="616984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2400" b="1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</a:txBody>
                  <a:tcPr marL="224477" marR="134686" marT="134686" marB="13468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2400" b="1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224477" marR="134686" marT="134686" marB="13468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2400" b="1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</a:t>
                      </a:r>
                    </a:p>
                  </a:txBody>
                  <a:tcPr marL="224477" marR="134686" marT="134686" marB="13468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2400" b="1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 / Gap</a:t>
                      </a:r>
                    </a:p>
                  </a:txBody>
                  <a:tcPr marL="224477" marR="134686" marT="134686" marB="13468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6692399"/>
                  </a:ext>
                </a:extLst>
              </a:tr>
              <a:tr h="83075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1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Reimers &amp; </a:t>
                      </a:r>
                      <a:r>
                        <a:rPr lang="en-IN" sz="1800" b="1" cap="none" spc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Gurevych</a:t>
                      </a:r>
                      <a:r>
                        <a:rPr lang="en-IN" sz="1800" b="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(Sentence-BERT)</a:t>
                      </a:r>
                    </a:p>
                  </a:txBody>
                  <a:tcPr marL="224477" marR="116728" marT="116728" marB="1167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 marL="224477" marR="116728" marT="116728" marB="1167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Semantic sentence embeddings for similarity search</a:t>
                      </a:r>
                    </a:p>
                  </a:txBody>
                  <a:tcPr marL="224477" marR="116728" marT="116728" marB="1167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Text-only; no visual understanding</a:t>
                      </a:r>
                    </a:p>
                  </a:txBody>
                  <a:tcPr marL="224477" marR="116728" marT="116728" marB="1167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850528"/>
                  </a:ext>
                </a:extLst>
              </a:tr>
              <a:tr h="83075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1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Radford et al.</a:t>
                      </a:r>
                      <a:r>
                        <a:rPr lang="en-IN" sz="1800" b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(CLIP)</a:t>
                      </a:r>
                    </a:p>
                  </a:txBody>
                  <a:tcPr marL="224477" marR="116728" marT="116728" marB="1167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224477" marR="116728" marT="116728" marB="1167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(text + image) shared embedding space</a:t>
                      </a:r>
                    </a:p>
                  </a:txBody>
                  <a:tcPr marL="224477" marR="116728" marT="116728" marB="1167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Retrieval not optimized for e-commerce scale</a:t>
                      </a:r>
                    </a:p>
                  </a:txBody>
                  <a:tcPr marL="224477" marR="116728" marT="116728" marB="1167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332962"/>
                  </a:ext>
                </a:extLst>
              </a:tr>
              <a:tr h="83075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1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Johnson et al.</a:t>
                      </a:r>
                      <a:r>
                        <a:rPr lang="en-IN" sz="1800" b="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(FAISS)</a:t>
                      </a:r>
                    </a:p>
                  </a:txBody>
                  <a:tcPr marL="224477" marR="116728" marT="116728" marB="1167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2017</a:t>
                      </a:r>
                    </a:p>
                  </a:txBody>
                  <a:tcPr marL="224477" marR="116728" marT="116728" marB="1167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similarity search for dense vectors</a:t>
                      </a:r>
                    </a:p>
                  </a:txBody>
                  <a:tcPr marL="224477" marR="116728" marT="116728" marB="1167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ranking or explanation generation</a:t>
                      </a:r>
                    </a:p>
                  </a:txBody>
                  <a:tcPr marL="224477" marR="116728" marT="116728" marB="1167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6429387"/>
                  </a:ext>
                </a:extLst>
              </a:tr>
              <a:tr h="83075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1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Rusum &amp; Anasuri</a:t>
                      </a:r>
                      <a:r>
                        <a:rPr lang="en-IN" sz="1800" b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(Vector Databases)</a:t>
                      </a:r>
                    </a:p>
                  </a:txBody>
                  <a:tcPr marL="224477" marR="116728" marT="116728" marB="1167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224477" marR="116728" marT="116728" marB="1167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search &amp; RAG pipelines</a:t>
                      </a:r>
                    </a:p>
                  </a:txBody>
                  <a:tcPr marL="224477" marR="116728" marT="116728" marB="1167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 hybrid retrieval + LLM explainability</a:t>
                      </a:r>
                    </a:p>
                  </a:txBody>
                  <a:tcPr marL="224477" marR="116728" marT="116728" marB="1167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225839"/>
                  </a:ext>
                </a:extLst>
              </a:tr>
              <a:tr h="83075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1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Ali, O.</a:t>
                      </a:r>
                      <a:r>
                        <a:rPr lang="en-IN" sz="1800" b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(RAG)</a:t>
                      </a:r>
                    </a:p>
                  </a:txBody>
                  <a:tcPr marL="224477" marR="116728" marT="116728" marB="1167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224477" marR="116728" marT="116728" marB="1167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Retrieval-augmented generation for databases</a:t>
                      </a:r>
                    </a:p>
                  </a:txBody>
                  <a:tcPr marL="224477" marR="116728" marT="116728" marB="1167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integration with multimodal e-commerce search</a:t>
                      </a:r>
                    </a:p>
                  </a:txBody>
                  <a:tcPr marL="224477" marR="116728" marT="116728" marB="1167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848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3371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FFE92F-B335-022A-3427-D277F65D3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8699926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IDENTIFIED</a:t>
            </a:r>
            <a:endParaRPr lang="en-US" sz="4000" kern="12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F2CD54-D3FB-F3B5-5A96-16E56A4512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6987905"/>
              </p:ext>
            </p:extLst>
          </p:nvPr>
        </p:nvGraphicFramePr>
        <p:xfrm>
          <a:off x="546538" y="1822348"/>
          <a:ext cx="11256579" cy="4797117"/>
        </p:xfrm>
        <a:graphic>
          <a:graphicData uri="http://schemas.openxmlformats.org/drawingml/2006/table">
            <a:tbl>
              <a:tblPr firstRow="1" bandRow="1">
                <a:solidFill>
                  <a:srgbClr val="F7F7F7"/>
                </a:solidFill>
              </a:tblPr>
              <a:tblGrid>
                <a:gridCol w="4835413">
                  <a:extLst>
                    <a:ext uri="{9D8B030D-6E8A-4147-A177-3AD203B41FA5}">
                      <a16:colId xmlns:a16="http://schemas.microsoft.com/office/drawing/2014/main" val="1166181126"/>
                    </a:ext>
                  </a:extLst>
                </a:gridCol>
                <a:gridCol w="6421166">
                  <a:extLst>
                    <a:ext uri="{9D8B030D-6E8A-4147-A177-3AD203B41FA5}">
                      <a16:colId xmlns:a16="http://schemas.microsoft.com/office/drawing/2014/main" val="428170468"/>
                    </a:ext>
                  </a:extLst>
                </a:gridCol>
              </a:tblGrid>
              <a:tr h="782404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IN" sz="2000" b="1" i="0" u="none" strike="noStrike" cap="all" spc="6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</a:t>
                      </a:r>
                    </a:p>
                  </a:txBody>
                  <a:tcPr marL="180725" marR="180725" marT="180725" marB="1807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IN" sz="2000" b="1" i="0" u="none" strike="noStrike" cap="all" spc="6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180725" marR="180725" marT="180725" marB="1807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1443510"/>
                  </a:ext>
                </a:extLst>
              </a:tr>
              <a:tr h="1010807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IN" sz="24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No Unified Multimodal System</a:t>
                      </a:r>
                      <a:endParaRPr lang="en-IN" sz="2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898" marR="201198" marT="125748" marB="1204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systems handle text OR image, not both together</a:t>
                      </a:r>
                      <a:endParaRPr lang="en-IN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98" marR="150898" marT="125748" marB="1204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783380"/>
                  </a:ext>
                </a:extLst>
              </a:tr>
              <a:tr h="1001302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IN" sz="24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No Hybrid Ranking</a:t>
                      </a:r>
                      <a:endParaRPr lang="en-IN" sz="2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898" marR="201198" marT="125748" marB="1204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Semantic search lacks keyword boosting; exact matches ignored</a:t>
                      </a:r>
                      <a:endParaRPr lang="en-IN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98" marR="150898" marT="125748" marB="1204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161333"/>
                  </a:ext>
                </a:extLst>
              </a:tr>
              <a:tr h="1001302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IN" sz="24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No Explainability</a:t>
                      </a:r>
                      <a:endParaRPr lang="en-IN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898" marR="201198" marT="125748" marB="1204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 results are shown without reasoning or justification</a:t>
                      </a:r>
                      <a:endParaRPr lang="en-IN" sz="24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98" marR="150898" marT="125748" marB="1204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64672"/>
                  </a:ext>
                </a:extLst>
              </a:tr>
              <a:tr h="1001302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it-IT" sz="24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No RAG for E-commerce</a:t>
                      </a:r>
                      <a:endParaRPr lang="en-IN" sz="2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898" marR="201198" marT="125748" marB="1204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US" sz="2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LLMs are not integrated with product retrieval for explanations</a:t>
                      </a:r>
                      <a:endParaRPr lang="en-IN" sz="2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98" marR="150898" marT="125748" marB="1204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357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8781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ECDE01-FADC-2FC9-9C2B-55FC1129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316" y="349112"/>
            <a:ext cx="10820401" cy="877729"/>
          </a:xfrm>
        </p:spPr>
        <p:txBody>
          <a:bodyPr anchor="ctr">
            <a:no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PROPOSED SYSTEM ADDRESSES THESE GAPS</a:t>
            </a:r>
            <a:endParaRPr lang="en-IN" sz="32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60C8F2D-D461-E72B-54DA-30003CCF9D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3226438"/>
              </p:ext>
            </p:extLst>
          </p:nvPr>
        </p:nvGraphicFramePr>
        <p:xfrm>
          <a:off x="411981" y="2009670"/>
          <a:ext cx="11445073" cy="4381080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  <a:tableStyleId>{8EC20E35-A176-4012-BC5E-935CFFF8708E}</a:tableStyleId>
              </a:tblPr>
              <a:tblGrid>
                <a:gridCol w="3119830">
                  <a:extLst>
                    <a:ext uri="{9D8B030D-6E8A-4147-A177-3AD203B41FA5}">
                      <a16:colId xmlns:a16="http://schemas.microsoft.com/office/drawing/2014/main" val="3808535185"/>
                    </a:ext>
                  </a:extLst>
                </a:gridCol>
                <a:gridCol w="8325243">
                  <a:extLst>
                    <a:ext uri="{9D8B030D-6E8A-4147-A177-3AD203B41FA5}">
                      <a16:colId xmlns:a16="http://schemas.microsoft.com/office/drawing/2014/main" val="1015874774"/>
                    </a:ext>
                  </a:extLst>
                </a:gridCol>
              </a:tblGrid>
              <a:tr h="87621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2000" b="0" cap="none" spc="0">
                          <a:solidFill>
                            <a:schemeClr val="bg1"/>
                          </a:solidFill>
                          <a:effectLst/>
                        </a:rPr>
                        <a:t>Research Gap</a:t>
                      </a:r>
                      <a:endParaRPr lang="en-IN" sz="2000" b="0" cap="none" spc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71307" marR="434661" marT="131775" marB="131775" anchor="ctr">
                    <a:lnL w="1905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2000" b="0" cap="none" spc="0">
                          <a:solidFill>
                            <a:schemeClr val="bg1"/>
                          </a:solidFill>
                          <a:effectLst/>
                        </a:rPr>
                        <a:t>Proposed System Solution</a:t>
                      </a:r>
                      <a:endParaRPr lang="en-IN" sz="2000" b="0" cap="none" spc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71307" marR="434661" marT="131775" marB="13177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250470"/>
                  </a:ext>
                </a:extLst>
              </a:tr>
              <a:tr h="87621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missing</a:t>
                      </a:r>
                    </a:p>
                  </a:txBody>
                  <a:tcPr marL="171307" marR="434661" marT="131775" marB="131775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1" cap="none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+ Image</a:t>
                      </a:r>
                      <a:r>
                        <a:rPr lang="en-US" sz="2000" b="0" cap="none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search using Sentence Transformers + </a:t>
                      </a:r>
                      <a:r>
                        <a:rPr lang="en-US" sz="2000" b="0" cap="none" spc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OpenCLIP</a:t>
                      </a:r>
                      <a:endParaRPr lang="en-US" sz="2000" b="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1307" marR="325997" marT="131775" marB="13177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1911080"/>
                  </a:ext>
                </a:extLst>
              </a:tr>
              <a:tr h="87621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 ranking</a:t>
                      </a:r>
                    </a:p>
                  </a:txBody>
                  <a:tcPr marL="171307" marR="434661" marT="131775" marB="131775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1" cap="none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Ranking</a:t>
                      </a:r>
                      <a:r>
                        <a:rPr lang="en-US" sz="2000" b="0" cap="none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(Semantic + Keyword + Filters)</a:t>
                      </a:r>
                    </a:p>
                  </a:txBody>
                  <a:tcPr marL="171307" marR="325997" marT="131775" marB="131775" anchor="ctr">
                    <a:lnL w="6350" cap="flat" cmpd="sng" algn="ctr">
                      <a:noFill/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146577"/>
                  </a:ext>
                </a:extLst>
              </a:tr>
              <a:tr h="87621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explainability</a:t>
                      </a:r>
                    </a:p>
                  </a:txBody>
                  <a:tcPr marL="171307" marR="434661" marT="131775" marB="131775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1" cap="none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 (Phi-3)</a:t>
                      </a:r>
                      <a:r>
                        <a:rPr lang="en-US" sz="2000" b="0" cap="none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generates factual product explanations</a:t>
                      </a:r>
                    </a:p>
                  </a:txBody>
                  <a:tcPr marL="171307" marR="325997" marT="131775" marB="131775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760286"/>
                  </a:ext>
                </a:extLst>
              </a:tr>
              <a:tr h="87621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RAG integration</a:t>
                      </a:r>
                    </a:p>
                  </a:txBody>
                  <a:tcPr marL="171307" marR="434661" marT="131775" marB="131775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1" cap="none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RAG-inspired pipeline</a:t>
                      </a:r>
                      <a:r>
                        <a:rPr lang="en-US" sz="2000" b="0" cap="none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retrieves products → LLM explains</a:t>
                      </a:r>
                    </a:p>
                  </a:txBody>
                  <a:tcPr marL="171307" marR="325997" marT="131775" marB="131775" anchor="ctr">
                    <a:lnL w="6350" cap="flat" cmpd="sng" algn="ctr">
                      <a:noFill/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416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0362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F2B9E7-3F65-3C80-FE93-994DE36B3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00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9B2E12F8-0AB5-9D12-53CF-6747C1D723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58062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765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043331-B75C-8B77-9142-BDB9544A3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EXISTING SYSTEM (LIMITATIONS)</a:t>
            </a:r>
            <a:endParaRPr lang="en-IN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CB9C86-DC4F-0070-7666-4692B82E99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573063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5443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2D17D6-2353-DFF9-C046-E9F4CEFD2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9" y="210065"/>
            <a:ext cx="11357761" cy="1016529"/>
          </a:xfrm>
        </p:spPr>
        <p:txBody>
          <a:bodyPr anchor="ctr">
            <a:noAutofit/>
          </a:bodyPr>
          <a:lstStyle/>
          <a:p>
            <a:r>
              <a:rPr lang="en-IN" sz="3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METHODOLOGY (ARCHITECTURE OVERVIEW)</a:t>
            </a:r>
            <a:endParaRPr lang="en-IN" sz="36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5526D677-B350-0225-FBDD-F230099D0B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8416773"/>
              </p:ext>
            </p:extLst>
          </p:nvPr>
        </p:nvGraphicFramePr>
        <p:xfrm>
          <a:off x="492369" y="1825625"/>
          <a:ext cx="11193863" cy="46835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0745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5BD3-0005-433D-413F-E4A901C59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DESIGN &amp; DATASET ENGINEERING</a:t>
            </a:r>
            <a:endParaRPr lang="en-IN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00E0877D-3AE5-597F-59C2-94610F36ED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8939388"/>
              </p:ext>
            </p:extLst>
          </p:nvPr>
        </p:nvGraphicFramePr>
        <p:xfrm>
          <a:off x="568411" y="1816444"/>
          <a:ext cx="11244647" cy="45225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1619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8283F1-5AAE-52E9-77C0-5C5E4332E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973" y="348865"/>
            <a:ext cx="10550647" cy="877729"/>
          </a:xfrm>
        </p:spPr>
        <p:txBody>
          <a:bodyPr anchor="ctr">
            <a:normAutofit fontScale="90000"/>
          </a:bodyPr>
          <a:lstStyle/>
          <a:p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 GENERATION (TEXT &amp; IMAGE)</a:t>
            </a:r>
            <a:endParaRPr lang="en-IN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1C5185-A74A-39C2-2ED7-A2FBFF1689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5798416"/>
              </p:ext>
            </p:extLst>
          </p:nvPr>
        </p:nvGraphicFramePr>
        <p:xfrm>
          <a:off x="522514" y="1758463"/>
          <a:ext cx="11495315" cy="48533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55791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54BDB8-E896-ED83-26B4-930BAE142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FAISS Index Construction</a:t>
            </a:r>
            <a:endParaRPr lang="en-IN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5D702742-717B-4B7B-0FCD-14D8AB7F9F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527870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3339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940F4B-355C-3161-C717-32069D296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RETRIEVAL MECHANISM</a:t>
            </a:r>
            <a:endParaRPr lang="en-IN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18B8F6D-256F-B728-99DF-19F450AAD8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778075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1235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5B1A58-F95B-239E-1092-4D5835521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INTEGRATION FOR EXPLAINABILITY (RAG)</a:t>
            </a:r>
            <a:endParaRPr lang="en-IN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5" name="Content Placeholder 2">
            <a:extLst>
              <a:ext uri="{FF2B5EF4-FFF2-40B4-BE49-F238E27FC236}">
                <a16:creationId xmlns:a16="http://schemas.microsoft.com/office/drawing/2014/main" id="{349121D2-8CBD-9B3A-48BD-81131B6463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2277534"/>
              </p:ext>
            </p:extLst>
          </p:nvPr>
        </p:nvGraphicFramePr>
        <p:xfrm>
          <a:off x="459351" y="1891971"/>
          <a:ext cx="11216834" cy="4589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6596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452140-5953-832E-7EA6-60BC7F7E1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&amp; VOICE PROCESSING</a:t>
            </a:r>
            <a:endParaRPr lang="en-IN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A1D605-2FB3-93A4-BC72-A55D8AF087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853259"/>
              </p:ext>
            </p:extLst>
          </p:nvPr>
        </p:nvGraphicFramePr>
        <p:xfrm>
          <a:off x="644056" y="2112579"/>
          <a:ext cx="11122564" cy="43965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18505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9515E1-FFF7-F3FA-FA66-9D8C7A0D9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605" y="348865"/>
            <a:ext cx="10217015" cy="877729"/>
          </a:xfrm>
        </p:spPr>
        <p:txBody>
          <a:bodyPr anchor="ctr">
            <a:normAutofit fontScale="90000"/>
          </a:bodyPr>
          <a:lstStyle/>
          <a:p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IMPLEMENTATION (BACKEND - FASTAPI)</a:t>
            </a:r>
            <a:endParaRPr lang="en-IN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1C17A7C4-D55B-63D8-F4D5-44E0055405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7221797"/>
              </p:ext>
            </p:extLst>
          </p:nvPr>
        </p:nvGraphicFramePr>
        <p:xfrm>
          <a:off x="331596" y="1924821"/>
          <a:ext cx="11475217" cy="4584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975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6AC5AF-D437-AF59-5377-15B210A6F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(FRONTEND - UI/UX)</a:t>
            </a:r>
            <a:endParaRPr lang="en-IN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3BAF8879-C23F-8EEC-8BB5-675922CFE7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724301"/>
              </p:ext>
            </p:extLst>
          </p:nvPr>
        </p:nvGraphicFramePr>
        <p:xfrm>
          <a:off x="361742" y="1924821"/>
          <a:ext cx="11515410" cy="4584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43771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CB7ADF-5E41-4E95-A3D4-7D6D621B7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 APPROACH</a:t>
            </a:r>
            <a:endParaRPr lang="en-IN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34353455-3CD4-2A96-F8FA-38232B3382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4691098"/>
              </p:ext>
            </p:extLst>
          </p:nvPr>
        </p:nvGraphicFramePr>
        <p:xfrm>
          <a:off x="644056" y="2615979"/>
          <a:ext cx="11192902" cy="38931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4381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5287C8-C55C-CBD1-E55C-F47BBB5F1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8128856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b="1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TEST RESULTS (PRECISION@K)</a:t>
            </a:r>
            <a:endParaRPr lang="en-US" sz="4000" kern="12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AF6D2D-7F15-2B5E-8A70-1F28047CE262}"/>
              </a:ext>
            </a:extLst>
          </p:cNvPr>
          <p:cNvSpPr txBox="1"/>
          <p:nvPr/>
        </p:nvSpPr>
        <p:spPr>
          <a:xfrm>
            <a:off x="1207058" y="5547830"/>
            <a:ext cx="10248062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b="1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Analysis:</a:t>
            </a:r>
            <a:r>
              <a:rPr lang="en-US" sz="24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High accuracy for specific queries; scope to improve ambiguous terms.</a:t>
            </a:r>
          </a:p>
        </p:txBody>
      </p:sp>
      <p:graphicFrame>
        <p:nvGraphicFramePr>
          <p:cNvPr id="22" name="Content Placeholder 5">
            <a:extLst>
              <a:ext uri="{FF2B5EF4-FFF2-40B4-BE49-F238E27FC236}">
                <a16:creationId xmlns:a16="http://schemas.microsoft.com/office/drawing/2014/main" id="{C0AA3991-D44E-4071-1DA7-ECC0E146C4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1679656"/>
              </p:ext>
            </p:extLst>
          </p:nvPr>
        </p:nvGraphicFramePr>
        <p:xfrm>
          <a:off x="838199" y="1825624"/>
          <a:ext cx="10616921" cy="3329181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</a:tblPr>
              <a:tblGrid>
                <a:gridCol w="3277894">
                  <a:extLst>
                    <a:ext uri="{9D8B030D-6E8A-4147-A177-3AD203B41FA5}">
                      <a16:colId xmlns:a16="http://schemas.microsoft.com/office/drawing/2014/main" val="3515529069"/>
                    </a:ext>
                  </a:extLst>
                </a:gridCol>
                <a:gridCol w="1857919">
                  <a:extLst>
                    <a:ext uri="{9D8B030D-6E8A-4147-A177-3AD203B41FA5}">
                      <a16:colId xmlns:a16="http://schemas.microsoft.com/office/drawing/2014/main" val="1531865417"/>
                    </a:ext>
                  </a:extLst>
                </a:gridCol>
                <a:gridCol w="2408838">
                  <a:extLst>
                    <a:ext uri="{9D8B030D-6E8A-4147-A177-3AD203B41FA5}">
                      <a16:colId xmlns:a16="http://schemas.microsoft.com/office/drawing/2014/main" val="4162246323"/>
                    </a:ext>
                  </a:extLst>
                </a:gridCol>
                <a:gridCol w="3072270">
                  <a:extLst>
                    <a:ext uri="{9D8B030D-6E8A-4147-A177-3AD203B41FA5}">
                      <a16:colId xmlns:a16="http://schemas.microsoft.com/office/drawing/2014/main" val="2865138640"/>
                    </a:ext>
                  </a:extLst>
                </a:gridCol>
              </a:tblGrid>
              <a:tr h="843081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2000" b="0" cap="none" spc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Query</a:t>
                      </a:r>
                    </a:p>
                  </a:txBody>
                  <a:tcPr marL="114119" marR="117045" marT="87784" marB="87784" anchor="ctr">
                    <a:lnL w="19050" cap="flat" cmpd="sng" algn="ctr">
                      <a:noFill/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2000" b="0" cap="none" spc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 Value</a:t>
                      </a:r>
                    </a:p>
                  </a:txBody>
                  <a:tcPr marL="114119" marR="117045" marT="87784" marB="8778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2000" b="0" cap="none" spc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Relevant Results</a:t>
                      </a:r>
                    </a:p>
                  </a:txBody>
                  <a:tcPr marL="114119" marR="117045" marT="87784" marB="8778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2000" b="0" cap="none" spc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Precision@K</a:t>
                      </a:r>
                    </a:p>
                  </a:txBody>
                  <a:tcPr marL="114119" marR="117045" marT="87784" marB="8778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990480"/>
                  </a:ext>
                </a:extLst>
              </a:tr>
              <a:tr h="54767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"red shoes"</a:t>
                      </a:r>
                    </a:p>
                  </a:txBody>
                  <a:tcPr marL="114119" marR="117045" marT="87784" marB="8778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114119" marR="117045" marT="87784" marB="87784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114119" marR="117045" marT="87784" marB="87784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</a:p>
                  </a:txBody>
                  <a:tcPr marL="114119" marR="87784" marT="87784" marB="87784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3060426"/>
                  </a:ext>
                </a:extLst>
              </a:tr>
              <a:tr h="84308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"wireless headphones"</a:t>
                      </a:r>
                    </a:p>
                  </a:txBody>
                  <a:tcPr marL="114119" marR="117045" marT="87784" marB="87784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114119" marR="117045" marT="87784" marB="87784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114119" marR="117045" marT="87784" marB="87784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</a:p>
                  </a:txBody>
                  <a:tcPr marL="114119" marR="87784" marT="87784" marB="87784" anchor="ctr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586981"/>
                  </a:ext>
                </a:extLst>
              </a:tr>
              <a:tr h="54767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"sports shoes"</a:t>
                      </a:r>
                    </a:p>
                  </a:txBody>
                  <a:tcPr marL="114119" marR="117045" marT="87784" marB="8778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114119" marR="117045" marT="87784" marB="87784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 cap="none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114119" marR="117045" marT="87784" marB="87784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</a:p>
                  </a:txBody>
                  <a:tcPr marL="114119" marR="87784" marT="87784" marB="87784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242704"/>
                  </a:ext>
                </a:extLst>
              </a:tr>
              <a:tr h="54767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"black jacket"</a:t>
                      </a:r>
                    </a:p>
                  </a:txBody>
                  <a:tcPr marL="114119" marR="117045" marT="87784" marB="87784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114119" marR="117045" marT="87784" marB="87784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 cap="none" spc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14119" marR="117045" marT="87784" marB="87784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 cap="none" spc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</a:p>
                  </a:txBody>
                  <a:tcPr marL="114119" marR="87784" marT="87784" marB="87784" anchor="ctr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013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93957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B3233E-0FA9-D424-E788-C23E34408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353160"/>
            <a:ext cx="8699925" cy="89858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- TEXT &amp; IMAGE SEARCH</a:t>
            </a:r>
            <a:endParaRPr lang="en-US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BB34B17-B6F3-A65F-6008-40363A643C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2" r="11864" b="-2"/>
          <a:stretch>
            <a:fillRect/>
          </a:stretch>
        </p:blipFill>
        <p:spPr>
          <a:xfrm>
            <a:off x="699714" y="2472601"/>
            <a:ext cx="4680217" cy="2697392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A0874B-F63B-F36E-D69A-DED7000D89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61572" y="2450517"/>
            <a:ext cx="5131087" cy="2719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C55AD5-6C56-5595-4FFB-7A39B45B8643}"/>
              </a:ext>
            </a:extLst>
          </p:cNvPr>
          <p:cNvSpPr txBox="1"/>
          <p:nvPr/>
        </p:nvSpPr>
        <p:spPr>
          <a:xfrm>
            <a:off x="1017046" y="5263067"/>
            <a:ext cx="42645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"red shoes for men" returns semantically relevant red footwear (not just exact "red").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879DAF-254B-49F9-60FB-D20846524428}"/>
              </a:ext>
            </a:extLst>
          </p:cNvPr>
          <p:cNvSpPr txBox="1"/>
          <p:nvPr/>
        </p:nvSpPr>
        <p:spPr>
          <a:xfrm>
            <a:off x="7063666" y="5263067"/>
            <a:ext cx="4111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Uploading a Black shirt image returns visually similar shirts based on shape/color.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1921E-516E-80D6-F3FF-624CA5674D24}"/>
              </a:ext>
            </a:extLst>
          </p:cNvPr>
          <p:cNvSpPr txBox="1"/>
          <p:nvPr/>
        </p:nvSpPr>
        <p:spPr>
          <a:xfrm>
            <a:off x="2092381" y="1928621"/>
            <a:ext cx="1639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Search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B08238-12F1-4CAA-D3BF-2CF1F9089E39}"/>
              </a:ext>
            </a:extLst>
          </p:cNvPr>
          <p:cNvSpPr txBox="1"/>
          <p:nvPr/>
        </p:nvSpPr>
        <p:spPr>
          <a:xfrm>
            <a:off x="8307339" y="1942315"/>
            <a:ext cx="18662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Search</a:t>
            </a:r>
          </a:p>
        </p:txBody>
      </p:sp>
    </p:spTree>
    <p:extLst>
      <p:ext uri="{BB962C8B-B14F-4D97-AF65-F5344CB8AC3E}">
        <p14:creationId xmlns:p14="http://schemas.microsoft.com/office/powerpoint/2010/main" val="685181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A78D42-7121-2937-CCA8-8B435132E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353160"/>
            <a:ext cx="8640931" cy="89858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- MULTILINGUAL &amp; VOICE</a:t>
            </a:r>
            <a:endParaRPr lang="en-US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D2372F-B4FF-7B76-BDA8-D472000DF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48" y="2820506"/>
            <a:ext cx="5131088" cy="2719476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FF229F8-419C-EB55-60A5-8250364135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345165" y="2850579"/>
            <a:ext cx="5131087" cy="2732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9BC2B8-1B75-AB73-BFB6-9E5EB3FFB4D7}"/>
              </a:ext>
            </a:extLst>
          </p:cNvPr>
          <p:cNvSpPr txBox="1"/>
          <p:nvPr/>
        </p:nvSpPr>
        <p:spPr>
          <a:xfrm>
            <a:off x="7999552" y="2212257"/>
            <a:ext cx="17972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8A8D33-3FB2-44E2-506A-EBE2403297BD}"/>
              </a:ext>
            </a:extLst>
          </p:cNvPr>
          <p:cNvSpPr txBox="1"/>
          <p:nvPr/>
        </p:nvSpPr>
        <p:spPr>
          <a:xfrm>
            <a:off x="2379406" y="2212258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57F325-E154-615A-FC7F-FC1C42D4E7CF}"/>
              </a:ext>
            </a:extLst>
          </p:cNvPr>
          <p:cNvSpPr txBox="1"/>
          <p:nvPr/>
        </p:nvSpPr>
        <p:spPr>
          <a:xfrm>
            <a:off x="6705601" y="5722373"/>
            <a:ext cx="4662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Input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झुमके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(Hindi) -&gt; Detected -&gt; Translated -&gt; Returns earrings.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B129D9-8AF3-3B47-DA92-3BA8E9AD8690}"/>
              </a:ext>
            </a:extLst>
          </p:cNvPr>
          <p:cNvSpPr txBox="1"/>
          <p:nvPr/>
        </p:nvSpPr>
        <p:spPr>
          <a:xfrm>
            <a:off x="1101213" y="5722374"/>
            <a:ext cx="4129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mic -&gt; Speak "black jacket" -&gt; Text fills -&gt; Search executes.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0788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77DB041-9FEB-A170-5F70-DFB8791A1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RESULTS - UI FEATURES</a:t>
            </a:r>
            <a:endParaRPr lang="en-US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7EB811-AC7A-5B12-DFA6-A24D4B3F3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598" y="2149486"/>
            <a:ext cx="4565251" cy="24195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4F1E93-B8F3-3658-A13A-C8264C250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671" y="2163719"/>
            <a:ext cx="4600354" cy="2438187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692CE96-9CDA-4850-8724-B677C002A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8" y="5070346"/>
            <a:ext cx="9496427" cy="1385266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Shopping Cart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Dark Mode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 significantly enhance the user experience by prioritizing functionality and comfort.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406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11D121-BB6F-A4F4-0EE8-ACEC472B9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- CHATBOT (RAG)</a:t>
            </a:r>
            <a:endParaRPr lang="en-IN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93B464A2-F5E1-0A42-9719-6021790D1D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9236882"/>
              </p:ext>
            </p:extLst>
          </p:nvPr>
        </p:nvGraphicFramePr>
        <p:xfrm>
          <a:off x="401934" y="1924821"/>
          <a:ext cx="11364686" cy="4584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02479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F788E2-4B92-72BD-BF24-AB70C9412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OF RESULTS</a:t>
            </a:r>
            <a:endParaRPr lang="en-IN" sz="400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BEAC87-FD76-1DF7-736E-A71C662EB1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7645536"/>
              </p:ext>
            </p:extLst>
          </p:nvPr>
        </p:nvGraphicFramePr>
        <p:xfrm>
          <a:off x="462224" y="2112579"/>
          <a:ext cx="11274251" cy="43965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21972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9A0223-4A88-2E6F-36B7-B76934D8F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009BEF5-B348-5931-211F-339EAB42A7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4821282"/>
              </p:ext>
            </p:extLst>
          </p:nvPr>
        </p:nvGraphicFramePr>
        <p:xfrm>
          <a:off x="459350" y="1891969"/>
          <a:ext cx="11206786" cy="44284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16369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91093-BB93-B510-2C88-902CCCB33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LIMITATIONS OF THE SYSTEM</a:t>
            </a:r>
            <a:endParaRPr lang="en-IN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3F1D395-8869-7237-E8FD-EDBDE46288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292020"/>
              </p:ext>
            </p:extLst>
          </p:nvPr>
        </p:nvGraphicFramePr>
        <p:xfrm>
          <a:off x="459350" y="1885279"/>
          <a:ext cx="11231205" cy="4535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82441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C6919B-76D1-E5FF-4CBF-BB62DC0FD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4D5C1A6-A254-CC83-C8FD-87F5E708E6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6914583"/>
              </p:ext>
            </p:extLst>
          </p:nvPr>
        </p:nvGraphicFramePr>
        <p:xfrm>
          <a:off x="622997" y="1979525"/>
          <a:ext cx="11063235" cy="43609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392249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F96213-35BB-489B-2334-041962495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ACHIEVEMENTS (RECAP)</a:t>
            </a:r>
            <a:endParaRPr lang="en-IN" sz="400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AE16B6-639B-2BFB-4F5C-52538943D8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431742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37833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FE5810-857E-87F1-058E-D49B9FFF6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214" y="1235523"/>
            <a:ext cx="3701764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F5432B-830C-41B6-B357-27F4E43EF3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492673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93730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175880-075B-CCFB-8F40-939883C7A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normAutofit/>
            <a:scene3d>
              <a:camera prst="orthographicFront"/>
              <a:lightRig rig="threePt" dir="t"/>
            </a:scene3d>
            <a:sp3d extrusionH="57150">
              <a:bevelT w="38100" h="38100" prst="relaxedInset"/>
            </a:sp3d>
          </a:bodyPr>
          <a:lstStyle/>
          <a:p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6" name="Picture 5" descr="Puzzle in brain">
            <a:extLst>
              <a:ext uri="{FF2B5EF4-FFF2-40B4-BE49-F238E27FC236}">
                <a16:creationId xmlns:a16="http://schemas.microsoft.com/office/drawing/2014/main" id="{DFD3F4E0-68FC-692D-2276-3213A5B662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43" r="9847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6E9DFAEE-9607-CEEF-140E-78029309B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071" y="2763738"/>
            <a:ext cx="7527324" cy="20306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Guide: </a:t>
            </a: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Ms.V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 KIRUTHIGA MCA., M.Phil., Ph.D. </a:t>
            </a:r>
            <a:endParaRPr lang="en-IN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Student: MANGIPUDI SANYASI RAO (TU6243204211024)</a:t>
            </a:r>
          </a:p>
          <a:p>
            <a:pPr marL="0" indent="0">
              <a:buNone/>
            </a:pPr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School: Computer Science, </a:t>
            </a:r>
            <a:r>
              <a:rPr lang="en-IN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Takshashila</a:t>
            </a:r>
            <a:r>
              <a: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University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D8C229-7845-7D02-6121-6CB3A3D46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884"/>
          <a:stretch>
            <a:fillRect/>
          </a:stretch>
        </p:blipFill>
        <p:spPr>
          <a:xfrm>
            <a:off x="2878879" y="4662688"/>
            <a:ext cx="1520126" cy="1446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342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317</TotalTime>
  <Words>1742</Words>
  <Application>Microsoft Office PowerPoint</Application>
  <PresentationFormat>Widescreen</PresentationFormat>
  <Paragraphs>254</Paragraphs>
  <Slides>31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Amasis MT Pro Black</vt:lpstr>
      <vt:lpstr>Aptos</vt:lpstr>
      <vt:lpstr>Aptos Display</vt:lpstr>
      <vt:lpstr>Arial</vt:lpstr>
      <vt:lpstr>quote-cjk-patch</vt:lpstr>
      <vt:lpstr>Times New Roman</vt:lpstr>
      <vt:lpstr>Office Theme</vt:lpstr>
      <vt:lpstr>AI-POWERED MULTIMODAL E-COMMERCE SEARCH SYSTEM USING FAISS AND HYBRID RETRIEVAL </vt:lpstr>
      <vt:lpstr>INTRODUCTION</vt:lpstr>
      <vt:lpstr>OBJECTIVE OF THE PROJECT</vt:lpstr>
      <vt:lpstr>SCOPE OF THE PROJECT</vt:lpstr>
      <vt:lpstr>LITERATURE SURVEY &amp; RESEARCH GAP</vt:lpstr>
      <vt:lpstr>RESEARCH GAP IDENTIFIED</vt:lpstr>
      <vt:lpstr>HOW PROPOSED SYSTEM ADDRESSES THESE GAPS</vt:lpstr>
      <vt:lpstr>TECHNOLOGIES USED</vt:lpstr>
      <vt:lpstr> EXISTING SYSTEM (LIMITATIONS)</vt:lpstr>
      <vt:lpstr>PROPOSED SYSTEM METHODOLOGY (ARCHITECTURE OVERVIEW)</vt:lpstr>
      <vt:lpstr>DATA DESIGN &amp; DATASET ENGINEERING</vt:lpstr>
      <vt:lpstr>EMBEDDING GENERATION (TEXT &amp; IMAGE)</vt:lpstr>
      <vt:lpstr>FAISS Index Construction</vt:lpstr>
      <vt:lpstr>HYBRID RETRIEVAL MECHANISM</vt:lpstr>
      <vt:lpstr>LLM INTEGRATION FOR EXPLAINABILITY (RAG)</vt:lpstr>
      <vt:lpstr>MULTILINGUAL &amp; VOICE PROCESSING</vt:lpstr>
      <vt:lpstr> IMPLEMENTATION (BACKEND - FASTAPI)</vt:lpstr>
      <vt:lpstr>IMPLEMENTATION (FRONTEND - UI/UX)</vt:lpstr>
      <vt:lpstr>SYSTEM TESTING APPROACH</vt:lpstr>
      <vt:lpstr> TEST RESULTS (PRECISION@K)</vt:lpstr>
      <vt:lpstr>RESULTS - TEXT &amp; IMAGE SEARCH</vt:lpstr>
      <vt:lpstr>RESULTS - MULTILINGUAL &amp; VOICE</vt:lpstr>
      <vt:lpstr> RESULTS - UI FEATURES</vt:lpstr>
      <vt:lpstr>RESULTS - CHATBOT (RAG)</vt:lpstr>
      <vt:lpstr>DISCUSSION OF RESULTS</vt:lpstr>
      <vt:lpstr>CONCLUSION</vt:lpstr>
      <vt:lpstr> LIMITATIONS OF THE SYSTEM</vt:lpstr>
      <vt:lpstr>FUTURE SCOPE</vt:lpstr>
      <vt:lpstr>KEY ACHIEVEMENTS (RECAP)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Mangipudi Sanyasi Rao</dc:creator>
  <cp:lastModifiedBy>Mangipudi Sanyasi Rao</cp:lastModifiedBy>
  <cp:revision>35</cp:revision>
  <dcterms:created xsi:type="dcterms:W3CDTF">2026-04-18T14:14:56Z</dcterms:created>
  <dcterms:modified xsi:type="dcterms:W3CDTF">2026-04-21T16:27:59Z</dcterms:modified>
</cp:coreProperties>
</file>